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0264100" cy="42799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1pPr>
    <a:lvl2pPr marL="0" marR="0" indent="4572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2pPr>
    <a:lvl3pPr marL="0" marR="0" indent="9144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3pPr>
    <a:lvl4pPr marL="0" marR="0" indent="13716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4pPr>
    <a:lvl5pPr marL="0" marR="0" indent="18288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5pPr>
    <a:lvl6pPr marL="0" marR="0" indent="22860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6pPr>
    <a:lvl7pPr marL="0" marR="0" indent="27432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7pPr>
    <a:lvl8pPr marL="0" marR="0" indent="32004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8pPr>
    <a:lvl9pPr marL="0" marR="0" indent="365760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0F0F0"/>
    <a:srgbClr val="B126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Medium"/>
          <a:ea typeface="Graphik Medium"/>
          <a:cs typeface="Graphik Medium"/>
        </a:font>
        <a:srgbClr val="5E5E5E"/>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wholeTbl>
    <a:band2H>
      <a:tcTxStyle/>
      <a:tcStyle>
        <a:tcBdr/>
        <a:fill>
          <a:solidFill>
            <a:srgbClr val="E3E5E8"/>
          </a:solidFill>
        </a:fill>
      </a:tcStyle>
    </a:band2H>
    <a:firstCol>
      <a:tcTxStyle b="off" i="off">
        <a:font>
          <a:latin typeface="Graphik Medium"/>
          <a:ea typeface="Graphik Medium"/>
          <a:cs typeface="Graphik Medium"/>
        </a:font>
        <a:srgbClr val="5E5E5E"/>
      </a:tcTxStyle>
      <a:tcStyle>
        <a:tcBdr>
          <a:left>
            <a:ln w="3175" cap="flat">
              <a:solidFill>
                <a:srgbClr val="000000"/>
              </a:solidFill>
              <a:prstDash val="solid"/>
              <a:miter lim="400000"/>
            </a:ln>
          </a:left>
          <a:right>
            <a:ln w="25400"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Col>
    <a:lastRow>
      <a:tcTxStyle b="off" i="off">
        <a:font>
          <a:latin typeface="Graphik Medium"/>
          <a:ea typeface="Graphik Medium"/>
          <a:cs typeface="Graphik Medium"/>
        </a:font>
        <a:srgbClr val="5E5E5E"/>
      </a:tcTxStyle>
      <a:tcStyle>
        <a:tcBdr>
          <a:left>
            <a:ln w="3175" cap="flat">
              <a:solidFill>
                <a:srgbClr val="000000"/>
              </a:solidFill>
              <a:prstDash val="solid"/>
              <a:miter lim="400000"/>
            </a:ln>
          </a:left>
          <a:right>
            <a:ln w="3175" cap="flat">
              <a:solidFill>
                <a:srgbClr val="000000"/>
              </a:solidFill>
              <a:prstDash val="solid"/>
              <a:miter lim="400000"/>
            </a:ln>
          </a:right>
          <a:top>
            <a:ln w="25400"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5E5E5E"/>
        </a:fontRef>
        <a:srgbClr val="5E5E5E"/>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25400"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Medium"/>
          <a:ea typeface="Graphik Medium"/>
          <a:cs typeface="Graphik Medium"/>
        </a:font>
        <a:srgbClr val="5E5E5E"/>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a:tcStyle>
        <a:tcBdr/>
        <a:fill>
          <a:solidFill>
            <a:srgbClr val="E3E5E8"/>
          </a:solidFill>
        </a:fill>
      </a:tcStyle>
    </a:band2H>
    <a:firstCol>
      <a:tcTxStyle b="off" i="off">
        <a:font>
          <a:latin typeface="Graphik Medium"/>
          <a:ea typeface="Graphik Medium"/>
          <a:cs typeface="Graphik Medium"/>
        </a:font>
        <a:srgbClr val="5E5E5E"/>
      </a:tcTxStyle>
      <a:tcStyle>
        <a:tcBdr>
          <a:left>
            <a:ln w="3175" cap="flat">
              <a:solidFill>
                <a:srgbClr val="000000"/>
              </a:solidFill>
              <a:prstDash val="solid"/>
              <a:miter lim="400000"/>
            </a:ln>
          </a:left>
          <a:right>
            <a:ln w="3175" cap="flat">
              <a:solidFill>
                <a:srgbClr val="084F64"/>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
          <a:latin typeface="Graphik Medium"/>
          <a:ea typeface="Graphik Medium"/>
          <a:cs typeface="Graphik Medium"/>
        </a:font>
        <a:srgbClr val="5E5E5E"/>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84F64"/>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3175" cap="flat">
              <a:solidFill>
                <a:srgbClr val="084F64"/>
              </a:solidFill>
              <a:prstDash val="solid"/>
              <a:miter lim="400000"/>
            </a:ln>
          </a:left>
          <a:right>
            <a:ln w="3175" cap="flat">
              <a:solidFill>
                <a:srgbClr val="084F64"/>
              </a:solidFill>
              <a:prstDash val="solid"/>
              <a:miter lim="400000"/>
            </a:ln>
          </a:right>
          <a:top>
            <a:ln w="3175" cap="flat">
              <a:solidFill>
                <a:srgbClr val="000000"/>
              </a:solidFill>
              <a:prstDash val="solid"/>
              <a:miter lim="400000"/>
            </a:ln>
          </a:top>
          <a:bottom>
            <a:ln w="3175" cap="flat">
              <a:solidFill>
                <a:srgbClr val="084F64"/>
              </a:solidFill>
              <a:prstDash val="solid"/>
              <a:miter lim="400000"/>
            </a:ln>
          </a:bottom>
          <a:insideH>
            <a:ln w="3175" cap="flat">
              <a:solidFill>
                <a:srgbClr val="084F64"/>
              </a:solidFill>
              <a:prstDash val="solid"/>
              <a:miter lim="400000"/>
            </a:ln>
          </a:insideH>
          <a:insideV>
            <a:ln w="3175" cap="flat">
              <a:solidFill>
                <a:srgbClr val="084F64"/>
              </a:solidFill>
              <a:prstDash val="solid"/>
              <a:miter lim="400000"/>
            </a:ln>
          </a:insideV>
        </a:tcBdr>
        <a:fill>
          <a:solidFill>
            <a:schemeClr val="accent1">
              <a:satOff val="3942"/>
              <a:lumOff val="17322"/>
            </a:schemeClr>
          </a:solidFill>
        </a:fill>
      </a:tcStyle>
    </a:firstRow>
  </a:tblStyle>
  <a:tblStyle styleId="{EEE7283C-3CF3-47DC-8721-378D4A62B228}" styleName="">
    <a:tblBg/>
    <a:wholeTbl>
      <a:tcTxStyle b="off" i="off">
        <a:font>
          <a:latin typeface="Graphik Medium"/>
          <a:ea typeface="Graphik Medium"/>
          <a:cs typeface="Graphik Medium"/>
        </a:font>
        <a:schemeClr val="accent6"/>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a:tcStyle>
        <a:tcBdr/>
        <a:fill>
          <a:solidFill>
            <a:srgbClr val="F0EAF0"/>
          </a:solidFill>
        </a:fill>
      </a:tcStyle>
    </a:band2H>
    <a:firstCol>
      <a:tcTxStyle b="off" i="off">
        <a:font>
          <a:latin typeface="Graphik Medium"/>
          <a:ea typeface="Graphik Medium"/>
          <a:cs typeface="Graphik Medium"/>
        </a:font>
        <a:schemeClr val="accent6"/>
      </a:tcTxStyle>
      <a:tcStyle>
        <a:tcBdr>
          <a:left>
            <a:ln w="3175" cap="flat">
              <a:solidFill>
                <a:srgbClr val="000000"/>
              </a:solidFill>
              <a:prstDash val="solid"/>
              <a:miter lim="400000"/>
            </a:ln>
          </a:left>
          <a:right>
            <a:ln w="3175" cap="flat">
              <a:solidFill>
                <a:srgbClr val="084F64"/>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
          <a:latin typeface="Graphik Medium"/>
          <a:ea typeface="Graphik Medium"/>
          <a:cs typeface="Graphik Medium"/>
        </a:font>
        <a:schemeClr val="accent6"/>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84F64"/>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chemeClr val="accent6"/>
        </a:fontRef>
        <a:schemeClr val="accent6"/>
      </a:tcTxStyle>
      <a:tcStyle>
        <a:tcBdr>
          <a:left>
            <a:ln w="3175" cap="flat">
              <a:solidFill>
                <a:srgbClr val="084F64"/>
              </a:solidFill>
              <a:prstDash val="solid"/>
              <a:miter lim="400000"/>
            </a:ln>
          </a:left>
          <a:right>
            <a:ln w="3175" cap="flat">
              <a:solidFill>
                <a:srgbClr val="084F64"/>
              </a:solidFill>
              <a:prstDash val="solid"/>
              <a:miter lim="400000"/>
            </a:ln>
          </a:right>
          <a:top>
            <a:ln w="3175" cap="flat">
              <a:solidFill>
                <a:srgbClr val="000000"/>
              </a:solidFill>
              <a:prstDash val="solid"/>
              <a:miter lim="400000"/>
            </a:ln>
          </a:top>
          <a:bottom>
            <a:ln w="3175" cap="flat">
              <a:solidFill>
                <a:srgbClr val="084F64"/>
              </a:solidFill>
              <a:prstDash val="solid"/>
              <a:miter lim="400000"/>
            </a:ln>
          </a:bottom>
          <a:insideH>
            <a:ln w="3175" cap="flat">
              <a:solidFill>
                <a:srgbClr val="084F64"/>
              </a:solidFill>
              <a:prstDash val="solid"/>
              <a:miter lim="400000"/>
            </a:ln>
          </a:insideH>
          <a:insideV>
            <a:ln w="3175" cap="flat">
              <a:solidFill>
                <a:srgbClr val="084F64"/>
              </a:solidFill>
              <a:prstDash val="solid"/>
              <a:miter lim="400000"/>
            </a:ln>
          </a:insideV>
        </a:tcBdr>
        <a:fill>
          <a:solidFill>
            <a:schemeClr val="accent6">
              <a:hueOff val="-35454"/>
              <a:satOff val="2115"/>
              <a:lumOff val="45487"/>
            </a:schemeClr>
          </a:solidFill>
        </a:fill>
      </a:tcStyle>
    </a:firstRow>
  </a:tblStyle>
  <a:tblStyle styleId="{CF821DB8-F4EB-4A41-A1BA-3FCAFE7338EE}" styleName="">
    <a:tblBg/>
    <a:wholeTbl>
      <a:tcTxStyle b="off" i="off">
        <a:font>
          <a:latin typeface="Graphik Medium"/>
          <a:ea typeface="Graphik Medium"/>
          <a:cs typeface="Graphik Medium"/>
        </a:font>
        <a:srgbClr val="2E4E61"/>
      </a:tcTxStyle>
      <a:tcStyle>
        <a:tcBdr>
          <a:left>
            <a:ln w="3175" cap="flat">
              <a:solidFill>
                <a:srgbClr val="3D3E3E"/>
              </a:solidFill>
              <a:prstDash val="solid"/>
              <a:miter lim="400000"/>
            </a:ln>
          </a:left>
          <a:right>
            <a:ln w="3175" cap="flat">
              <a:solidFill>
                <a:srgbClr val="3D3E3E"/>
              </a:solidFill>
              <a:prstDash val="solid"/>
              <a:miter lim="400000"/>
            </a:ln>
          </a:right>
          <a:top>
            <a:ln w="3175" cap="flat">
              <a:solidFill>
                <a:srgbClr val="3D3E3E"/>
              </a:solidFill>
              <a:prstDash val="solid"/>
              <a:miter lim="400000"/>
            </a:ln>
          </a:top>
          <a:bottom>
            <a:ln w="3175" cap="flat">
              <a:solidFill>
                <a:srgbClr val="3D3E3E"/>
              </a:solidFill>
              <a:prstDash val="solid"/>
              <a:miter lim="400000"/>
            </a:ln>
          </a:bottom>
          <a:insideH>
            <a:ln w="3175" cap="flat">
              <a:solidFill>
                <a:srgbClr val="3D3E3E"/>
              </a:solidFill>
              <a:prstDash val="solid"/>
              <a:miter lim="400000"/>
            </a:ln>
          </a:insideH>
          <a:insideV>
            <a:ln w="3175" cap="flat">
              <a:solidFill>
                <a:srgbClr val="3D3E3E"/>
              </a:solidFill>
              <a:prstDash val="solid"/>
              <a:miter lim="400000"/>
            </a:ln>
          </a:insideV>
        </a:tcBdr>
        <a:fill>
          <a:noFill/>
        </a:fill>
      </a:tcStyle>
    </a:wholeTbl>
    <a:band2H>
      <a:tcTxStyle/>
      <a:tcStyle>
        <a:tcBdr/>
        <a:fill>
          <a:solidFill>
            <a:srgbClr val="EBEBEB"/>
          </a:solidFill>
        </a:fill>
      </a:tcStyle>
    </a:band2H>
    <a:firstCol>
      <a:tcTxStyle b="off" i="off">
        <a:font>
          <a:latin typeface="Graphik Medium"/>
          <a:ea typeface="Graphik Medium"/>
          <a:cs typeface="Graphik Medium"/>
        </a:font>
        <a:srgbClr val="2E4E61"/>
      </a:tcTxStyle>
      <a:tcStyle>
        <a:tcBdr>
          <a:left>
            <a:ln w="3175" cap="flat">
              <a:solidFill>
                <a:srgbClr val="3D3E3E"/>
              </a:solidFill>
              <a:prstDash val="solid"/>
              <a:miter lim="400000"/>
            </a:ln>
          </a:left>
          <a:right>
            <a:ln w="3175" cap="flat">
              <a:solidFill>
                <a:srgbClr val="3D3E3E"/>
              </a:solidFill>
              <a:prstDash val="solid"/>
              <a:miter lim="400000"/>
            </a:ln>
          </a:right>
          <a:top>
            <a:ln w="3175" cap="flat">
              <a:solidFill>
                <a:srgbClr val="3D3E3E"/>
              </a:solidFill>
              <a:prstDash val="solid"/>
              <a:miter lim="400000"/>
            </a:ln>
          </a:top>
          <a:bottom>
            <a:ln w="3175" cap="flat">
              <a:solidFill>
                <a:srgbClr val="3D3E3E"/>
              </a:solidFill>
              <a:prstDash val="solid"/>
              <a:miter lim="400000"/>
            </a:ln>
          </a:bottom>
          <a:insideH>
            <a:ln w="3175" cap="flat">
              <a:solidFill>
                <a:srgbClr val="3D3E3E"/>
              </a:solidFill>
              <a:prstDash val="solid"/>
              <a:miter lim="400000"/>
            </a:ln>
          </a:insideH>
          <a:insideV>
            <a:ln w="3175" cap="flat">
              <a:solidFill>
                <a:srgbClr val="3D3E3E"/>
              </a:solidFill>
              <a:prstDash val="solid"/>
              <a:miter lim="400000"/>
            </a:ln>
          </a:insideV>
        </a:tcBdr>
        <a:fill>
          <a:solidFill>
            <a:srgbClr val="DBE6A5"/>
          </a:solidFill>
        </a:fill>
      </a:tcStyle>
    </a:firstCol>
    <a:lastRow>
      <a:tcTxStyle b="off" i="off">
        <a:font>
          <a:latin typeface="Graphik Medium"/>
          <a:ea typeface="Graphik Medium"/>
          <a:cs typeface="Graphik Medium"/>
        </a:font>
        <a:srgbClr val="2E4E61"/>
      </a:tcTxStyle>
      <a:tcStyle>
        <a:tcBdr>
          <a:left>
            <a:ln w="3175" cap="flat">
              <a:solidFill>
                <a:srgbClr val="3D3E3E"/>
              </a:solidFill>
              <a:prstDash val="solid"/>
              <a:miter lim="400000"/>
            </a:ln>
          </a:left>
          <a:right>
            <a:ln w="3175" cap="flat">
              <a:solidFill>
                <a:srgbClr val="3D3E3E"/>
              </a:solidFill>
              <a:prstDash val="solid"/>
              <a:miter lim="400000"/>
            </a:ln>
          </a:right>
          <a:top>
            <a:ln w="3175" cap="flat">
              <a:solidFill>
                <a:srgbClr val="3D3E3E"/>
              </a:solidFill>
              <a:prstDash val="solid"/>
              <a:miter lim="400000"/>
            </a:ln>
          </a:top>
          <a:bottom>
            <a:ln w="3175" cap="flat">
              <a:solidFill>
                <a:srgbClr val="3D3E3E"/>
              </a:solidFill>
              <a:prstDash val="solid"/>
              <a:miter lim="400000"/>
            </a:ln>
          </a:bottom>
          <a:insideH>
            <a:ln w="3175" cap="flat">
              <a:solidFill>
                <a:srgbClr val="3D3E3E"/>
              </a:solidFill>
              <a:prstDash val="solid"/>
              <a:miter lim="400000"/>
            </a:ln>
          </a:insideH>
          <a:insideV>
            <a:ln w="3175" cap="flat">
              <a:solidFill>
                <a:srgbClr val="3D3E3E"/>
              </a:solidFill>
              <a:prstDash val="solid"/>
              <a:miter lim="400000"/>
            </a:ln>
          </a:insideV>
        </a:tcBdr>
        <a:fill>
          <a:noFill/>
        </a:fill>
      </a:tcStyle>
    </a:lastRow>
    <a:firstRow>
      <a:tcTxStyle b="off" i="off">
        <a:font>
          <a:latin typeface="Graphik Medium"/>
          <a:ea typeface="Graphik Medium"/>
          <a:cs typeface="Graphik Medium"/>
        </a:font>
        <a:srgbClr val="2E4E61"/>
      </a:tcTxStyle>
      <a:tcStyle>
        <a:tcBdr>
          <a:left>
            <a:ln w="3175" cap="flat">
              <a:solidFill>
                <a:srgbClr val="3D3E3E"/>
              </a:solidFill>
              <a:prstDash val="solid"/>
              <a:miter lim="400000"/>
            </a:ln>
          </a:left>
          <a:right>
            <a:ln w="3175" cap="flat">
              <a:solidFill>
                <a:srgbClr val="3D3E3E"/>
              </a:solidFill>
              <a:prstDash val="solid"/>
              <a:miter lim="400000"/>
            </a:ln>
          </a:right>
          <a:top>
            <a:ln w="3175" cap="flat">
              <a:solidFill>
                <a:srgbClr val="3D3E3E"/>
              </a:solidFill>
              <a:prstDash val="solid"/>
              <a:miter lim="400000"/>
            </a:ln>
          </a:top>
          <a:bottom>
            <a:ln w="3175" cap="flat">
              <a:solidFill>
                <a:srgbClr val="3D3E3E"/>
              </a:solidFill>
              <a:prstDash val="solid"/>
              <a:miter lim="400000"/>
            </a:ln>
          </a:bottom>
          <a:insideH>
            <a:ln w="3175" cap="flat">
              <a:solidFill>
                <a:srgbClr val="3D3E3E"/>
              </a:solidFill>
              <a:prstDash val="solid"/>
              <a:miter lim="400000"/>
            </a:ln>
          </a:insideH>
          <a:insideV>
            <a:ln w="3175" cap="flat">
              <a:solidFill>
                <a:srgbClr val="3D3E3E"/>
              </a:solidFill>
              <a:prstDash val="solid"/>
              <a:miter lim="400000"/>
            </a:ln>
          </a:insideV>
        </a:tcBdr>
        <a:fill>
          <a:solidFill>
            <a:srgbClr val="DBE6A5"/>
          </a:solidFill>
        </a:fill>
      </a:tcStyle>
    </a:firstRow>
  </a:tblStyle>
  <a:tblStyle styleId="{33BA23B1-9221-436E-865A-0063620EA4FD}" styleName="">
    <a:tblBg/>
    <a:wholeTbl>
      <a:tcTxStyle b="off" i="off">
        <a:font>
          <a:latin typeface="Graphik Medium"/>
          <a:ea typeface="Graphik Medium"/>
          <a:cs typeface="Graphik Medium"/>
        </a:font>
        <a:srgbClr val="5E5E5E"/>
      </a:tcTxStyle>
      <a:tcStyle>
        <a:tcBdr>
          <a:left>
            <a:ln w="3175" cap="flat">
              <a:solidFill>
                <a:srgbClr val="5E5E5E"/>
              </a:solidFill>
              <a:prstDash val="solid"/>
              <a:miter lim="400000"/>
            </a:ln>
          </a:left>
          <a:right>
            <a:ln w="3175" cap="flat">
              <a:solidFill>
                <a:srgbClr val="5E5E5E"/>
              </a:solidFill>
              <a:prstDash val="solid"/>
              <a:miter lim="400000"/>
            </a:ln>
          </a:right>
          <a:top>
            <a:ln w="3175" cap="flat">
              <a:solidFill>
                <a:srgbClr val="5E5E5E"/>
              </a:solidFill>
              <a:prstDash val="solid"/>
              <a:miter lim="400000"/>
            </a:ln>
          </a:top>
          <a:bottom>
            <a:ln w="3175" cap="flat">
              <a:solidFill>
                <a:srgbClr val="5E5E5E"/>
              </a:solidFill>
              <a:prstDash val="solid"/>
              <a:miter lim="400000"/>
            </a:ln>
          </a:bottom>
          <a:insideH>
            <a:ln w="3175" cap="flat">
              <a:solidFill>
                <a:srgbClr val="5E5E5E"/>
              </a:solidFill>
              <a:prstDash val="solid"/>
              <a:miter lim="400000"/>
            </a:ln>
          </a:insideH>
          <a:insideV>
            <a:ln w="3175" cap="flat">
              <a:solidFill>
                <a:srgbClr val="5E5E5E"/>
              </a:solidFill>
              <a:prstDash val="solid"/>
              <a:miter lim="400000"/>
            </a:ln>
          </a:insideV>
        </a:tcBdr>
        <a:fill>
          <a:noFill/>
        </a:fill>
      </a:tcStyle>
    </a:wholeTbl>
    <a:band2H>
      <a:tcTxStyle/>
      <a:tcStyle>
        <a:tcBdr/>
        <a:fill>
          <a:solidFill>
            <a:srgbClr val="FFFFFF"/>
          </a:solidFill>
        </a:fill>
      </a:tcStyle>
    </a:band2H>
    <a:firstCol>
      <a:tcTxStyle b="off" i="off">
        <a:font>
          <a:latin typeface="Graphik Medium"/>
          <a:ea typeface="Graphik Medium"/>
          <a:cs typeface="Graphik Medium"/>
        </a:font>
        <a:srgbClr val="5E5E5E"/>
      </a:tcTxStyle>
      <a:tcStyle>
        <a:tcBdr>
          <a:left>
            <a:ln w="3175" cap="flat">
              <a:solidFill>
                <a:srgbClr val="5C526A"/>
              </a:solidFill>
              <a:prstDash val="solid"/>
              <a:miter lim="400000"/>
            </a:ln>
          </a:left>
          <a:right>
            <a:ln w="3175" cap="flat">
              <a:solidFill>
                <a:srgbClr val="5E5E5E"/>
              </a:solidFill>
              <a:prstDash val="solid"/>
              <a:miter lim="400000"/>
            </a:ln>
          </a:right>
          <a:top>
            <a:ln w="3175" cap="flat">
              <a:solidFill>
                <a:srgbClr val="5E5E5E"/>
              </a:solidFill>
              <a:prstDash val="solid"/>
              <a:miter lim="400000"/>
            </a:ln>
          </a:top>
          <a:bottom>
            <a:ln w="3175" cap="flat">
              <a:solidFill>
                <a:srgbClr val="5E5E5E"/>
              </a:solidFill>
              <a:prstDash val="solid"/>
              <a:miter lim="400000"/>
            </a:ln>
          </a:bottom>
          <a:insideH>
            <a:ln w="3175" cap="flat">
              <a:solidFill>
                <a:srgbClr val="5E5E5E"/>
              </a:solidFill>
              <a:prstDash val="solid"/>
              <a:miter lim="400000"/>
            </a:ln>
          </a:insideH>
          <a:insideV>
            <a:ln w="3175" cap="flat">
              <a:solidFill>
                <a:srgbClr val="5E5E5E"/>
              </a:solidFill>
              <a:prstDash val="solid"/>
              <a:miter lim="400000"/>
            </a:ln>
          </a:insideV>
        </a:tcBdr>
        <a:fill>
          <a:solidFill>
            <a:srgbClr val="FCB5B2"/>
          </a:solidFill>
        </a:fill>
      </a:tcStyle>
    </a:firstCol>
    <a:lastRow>
      <a:tcTxStyle b="off" i="off">
        <a:font>
          <a:latin typeface="Graphik Medium"/>
          <a:ea typeface="Graphik Medium"/>
          <a:cs typeface="Graphik Medium"/>
        </a:font>
        <a:srgbClr val="5E5E5E"/>
      </a:tcTxStyle>
      <a:tcStyle>
        <a:tcBdr>
          <a:left>
            <a:ln w="3175" cap="flat">
              <a:solidFill>
                <a:srgbClr val="5E5E5E"/>
              </a:solidFill>
              <a:prstDash val="solid"/>
              <a:miter lim="400000"/>
            </a:ln>
          </a:left>
          <a:right>
            <a:ln w="3175" cap="flat">
              <a:solidFill>
                <a:srgbClr val="5E5E5E"/>
              </a:solidFill>
              <a:prstDash val="solid"/>
              <a:miter lim="400000"/>
            </a:ln>
          </a:right>
          <a:top>
            <a:ln w="3175" cap="flat">
              <a:solidFill>
                <a:srgbClr val="5E5E5E"/>
              </a:solidFill>
              <a:prstDash val="solid"/>
              <a:miter lim="400000"/>
            </a:ln>
          </a:top>
          <a:bottom>
            <a:ln w="3175" cap="flat">
              <a:solidFill>
                <a:srgbClr val="5C526A"/>
              </a:solidFill>
              <a:prstDash val="solid"/>
              <a:miter lim="400000"/>
            </a:ln>
          </a:bottom>
          <a:insideH>
            <a:ln w="3175" cap="flat">
              <a:solidFill>
                <a:srgbClr val="5E5E5E"/>
              </a:solidFill>
              <a:prstDash val="solid"/>
              <a:miter lim="400000"/>
            </a:ln>
          </a:insideH>
          <a:insideV>
            <a:ln w="3175" cap="flat">
              <a:solidFill>
                <a:srgbClr val="5E5E5E"/>
              </a:solidFill>
              <a:prstDash val="solid"/>
              <a:miter lim="400000"/>
            </a:ln>
          </a:insideV>
        </a:tcBdr>
        <a:fill>
          <a:noFill/>
        </a:fill>
      </a:tcStyle>
    </a:lastRow>
    <a:firstRow>
      <a:tcTxStyle b="off" i="off">
        <a:font>
          <a:latin typeface="Graphik Medium"/>
          <a:ea typeface="Graphik Medium"/>
          <a:cs typeface="Graphik Medium"/>
        </a:font>
        <a:srgbClr val="FFFFFF"/>
      </a:tcTxStyle>
      <a:tcStyle>
        <a:tcBdr>
          <a:left>
            <a:ln w="3175" cap="flat">
              <a:solidFill>
                <a:srgbClr val="3B3B3B"/>
              </a:solidFill>
              <a:prstDash val="solid"/>
              <a:miter lim="400000"/>
            </a:ln>
          </a:left>
          <a:right>
            <a:ln w="3175" cap="flat">
              <a:solidFill>
                <a:srgbClr val="3B3B3B"/>
              </a:solidFill>
              <a:prstDash val="solid"/>
              <a:miter lim="400000"/>
            </a:ln>
          </a:right>
          <a:top>
            <a:ln w="3175" cap="flat">
              <a:solidFill>
                <a:srgbClr val="5C526A"/>
              </a:solidFill>
              <a:prstDash val="solid"/>
              <a:miter lim="400000"/>
            </a:ln>
          </a:top>
          <a:bottom>
            <a:ln w="3175" cap="flat">
              <a:solidFill>
                <a:srgbClr val="3B3B3B"/>
              </a:solidFill>
              <a:prstDash val="solid"/>
              <a:miter lim="400000"/>
            </a:ln>
          </a:bottom>
          <a:insideH>
            <a:ln w="3175" cap="flat">
              <a:solidFill>
                <a:srgbClr val="3B3B3B"/>
              </a:solidFill>
              <a:prstDash val="solid"/>
              <a:miter lim="400000"/>
            </a:ln>
          </a:insideH>
          <a:insideV>
            <a:ln w="3175" cap="flat">
              <a:solidFill>
                <a:srgbClr val="3B3B3B"/>
              </a:solidFill>
              <a:prstDash val="solid"/>
              <a:miter lim="400000"/>
            </a:ln>
          </a:insideV>
        </a:tcBdr>
        <a:fill>
          <a:solidFill>
            <a:srgbClr val="C16E6A"/>
          </a:solidFill>
        </a:fill>
      </a:tcStyle>
    </a:firstRow>
  </a:tblStyle>
  <a:tblStyle styleId="{2708684C-4D16-4618-839F-0558EEFCDFE6}" styleName="">
    <a:tblBg/>
    <a:wholeTbl>
      <a:tcTxStyle b="off" i="off">
        <a:font>
          <a:latin typeface="Graphik Medium"/>
          <a:ea typeface="Graphik Medium"/>
          <a:cs typeface="Graphik Medium"/>
        </a:font>
        <a:srgbClr val="5E5E5E"/>
      </a:tcTxStyle>
      <a:tcStyle>
        <a:tcBdr>
          <a:left>
            <a:ln w="3175" cap="flat">
              <a:solidFill>
                <a:srgbClr val="5E5E5E"/>
              </a:solidFill>
              <a:prstDash val="solid"/>
              <a:miter lim="400000"/>
            </a:ln>
          </a:left>
          <a:right>
            <a:ln w="3175" cap="flat">
              <a:solidFill>
                <a:srgbClr val="5E5E5E"/>
              </a:solidFill>
              <a:prstDash val="solid"/>
              <a:miter lim="400000"/>
            </a:ln>
          </a:right>
          <a:top>
            <a:ln w="3175" cap="flat">
              <a:solidFill>
                <a:srgbClr val="5E5E5E"/>
              </a:solidFill>
              <a:prstDash val="solid"/>
              <a:miter lim="400000"/>
            </a:ln>
          </a:top>
          <a:bottom>
            <a:ln w="3175" cap="flat">
              <a:solidFill>
                <a:srgbClr val="5E5E5E"/>
              </a:solidFill>
              <a:prstDash val="solid"/>
              <a:miter lim="400000"/>
            </a:ln>
          </a:bottom>
          <a:insideH>
            <a:ln w="3175" cap="flat">
              <a:solidFill>
                <a:srgbClr val="5E5E5E"/>
              </a:solidFill>
              <a:prstDash val="solid"/>
              <a:miter lim="400000"/>
            </a:ln>
          </a:insideH>
          <a:insideV>
            <a:ln w="3175" cap="flat">
              <a:solidFill>
                <a:srgbClr val="5E5E5E"/>
              </a:solidFill>
              <a:prstDash val="solid"/>
              <a:miter lim="400000"/>
            </a:ln>
          </a:insideV>
        </a:tcBdr>
        <a:fill>
          <a:solidFill>
            <a:srgbClr val="CDCECC"/>
          </a:solidFill>
        </a:fill>
      </a:tcStyle>
    </a:wholeTbl>
    <a:band2H>
      <a:tcTxStyle/>
      <a:tcStyle>
        <a:tcBdr/>
        <a:fill>
          <a:solidFill>
            <a:srgbClr val="EDEEEE"/>
          </a:solidFill>
        </a:fill>
      </a:tcStyle>
    </a:band2H>
    <a:firstCol>
      <a:tcTxStyle b="off" i="off">
        <a:font>
          <a:latin typeface="Graphik Medium"/>
          <a:ea typeface="Graphik Medium"/>
          <a:cs typeface="Graphik Medium"/>
        </a:font>
        <a:srgbClr val="FFFFFF"/>
      </a:tcTxStyle>
      <a:tcStyle>
        <a:tcBdr>
          <a:left>
            <a:ln w="3175" cap="flat">
              <a:solidFill>
                <a:srgbClr val="5E5E5E"/>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2D2F24"/>
          </a:solidFill>
        </a:fill>
      </a:tcStyle>
    </a:firstCol>
    <a:lastRow>
      <a:tcTxStyle b="off" i="off">
        <a:font>
          <a:latin typeface="Graphik Medium"/>
          <a:ea typeface="Graphik Medium"/>
          <a:cs typeface="Graphik Medium"/>
        </a:font>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FFFFFF"/>
              </a:solidFill>
              <a:prstDash val="solid"/>
              <a:miter lim="400000"/>
            </a:ln>
          </a:top>
          <a:bottom>
            <a:ln w="3175" cap="flat">
              <a:solidFill>
                <a:srgbClr val="5E5E5E"/>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E5E5E"/>
          </a:solidFill>
        </a:fill>
      </a:tcStyle>
    </a:lastRow>
    <a:firstRow>
      <a:tcTxStyle b="on" i="off">
        <a:fontRef idx="minor">
          <a:srgbClr val="FFFFFF"/>
        </a:fontRef>
        <a:srgbClr val="FFFFFF"/>
      </a:tcTxStyle>
      <a:tcStyle>
        <a:tcBdr>
          <a:left>
            <a:ln w="3175" cap="flat">
              <a:solidFill>
                <a:srgbClr val="FFFFFF"/>
              </a:solidFill>
              <a:prstDash val="solid"/>
              <a:miter lim="400000"/>
            </a:ln>
          </a:left>
          <a:right>
            <a:ln w="3175" cap="flat">
              <a:solidFill>
                <a:srgbClr val="FFFFFF"/>
              </a:solidFill>
              <a:prstDash val="solid"/>
              <a:miter lim="400000"/>
            </a:ln>
          </a:right>
          <a:top>
            <a:ln w="3175" cap="flat">
              <a:solidFill>
                <a:srgbClr val="5E5E5E"/>
              </a:solidFill>
              <a:prstDash val="solid"/>
              <a:miter lim="400000"/>
            </a:ln>
          </a:top>
          <a:bottom>
            <a:ln w="3175" cap="flat">
              <a:solidFill>
                <a:srgbClr val="FFFFFF"/>
              </a:solidFill>
              <a:prstDash val="solid"/>
              <a:miter lim="400000"/>
            </a:ln>
          </a:bottom>
          <a:insideH>
            <a:ln w="3175" cap="flat">
              <a:solidFill>
                <a:srgbClr val="FFFFFF"/>
              </a:solidFill>
              <a:prstDash val="solid"/>
              <a:miter lim="400000"/>
            </a:ln>
          </a:insideH>
          <a:insideV>
            <a:ln w="3175" cap="flat">
              <a:solidFill>
                <a:srgbClr val="FFFFFF"/>
              </a:solidFill>
              <a:prstDash val="solid"/>
              <a:miter lim="400000"/>
            </a:ln>
          </a:insideV>
        </a:tcBdr>
        <a:fill>
          <a:solidFill>
            <a:srgbClr val="5E5E5E"/>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68" autoAdjust="0"/>
    <p:restoredTop sz="94660"/>
  </p:normalViewPr>
  <p:slideViewPr>
    <p:cSldViewPr snapToGrid="0">
      <p:cViewPr varScale="1">
        <p:scale>
          <a:sx n="17" d="100"/>
          <a:sy n="17" d="100"/>
        </p:scale>
        <p:origin x="38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3" name="Shape 173"/>
          <p:cNvSpPr>
            <a:spLocks noGrp="1" noRot="1" noChangeAspect="1"/>
          </p:cNvSpPr>
          <p:nvPr>
            <p:ph type="sldImg"/>
          </p:nvPr>
        </p:nvSpPr>
        <p:spPr>
          <a:xfrm>
            <a:off x="1143000" y="685800"/>
            <a:ext cx="4572000" cy="3429000"/>
          </a:xfrm>
          <a:prstGeom prst="rect">
            <a:avLst/>
          </a:prstGeom>
        </p:spPr>
        <p:txBody>
          <a:bodyPr/>
          <a:lstStyle/>
          <a:p>
            <a:endParaRPr/>
          </a:p>
        </p:txBody>
      </p:sp>
      <p:sp>
        <p:nvSpPr>
          <p:cNvPr id="174" name="Shape 17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2216150" y="685800"/>
            <a:ext cx="2425700" cy="3429000"/>
          </a:xfrm>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237585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olo">
    <p:spTree>
      <p:nvGrpSpPr>
        <p:cNvPr id="1" name=""/>
        <p:cNvGrpSpPr/>
        <p:nvPr/>
      </p:nvGrpSpPr>
      <p:grpSpPr>
        <a:xfrm>
          <a:off x="0" y="0"/>
          <a:ext cx="0" cy="0"/>
          <a:chOff x="0" y="0"/>
          <a:chExt cx="0" cy="0"/>
        </a:xfrm>
      </p:grpSpPr>
      <p:sp>
        <p:nvSpPr>
          <p:cNvPr id="11" name="Argomento"/>
          <p:cNvSpPr txBox="1">
            <a:spLocks noGrp="1"/>
          </p:cNvSpPr>
          <p:nvPr>
            <p:ph type="body" sz="quarter" idx="21" hasCustomPrompt="1"/>
          </p:nvPr>
        </p:nvSpPr>
        <p:spPr>
          <a:xfrm>
            <a:off x="1465917" y="28234140"/>
            <a:ext cx="6163159" cy="579747"/>
          </a:xfrm>
          <a:prstGeom prst="rect">
            <a:avLst/>
          </a:prstGeom>
        </p:spPr>
        <p:txBody>
          <a:bodyPr anchor="t"/>
          <a:lstStyle>
            <a:lvl1pPr defTabSz="765626">
              <a:defRPr sz="2856" b="0" cap="all" spc="114"/>
            </a:lvl1pPr>
          </a:lstStyle>
          <a:p>
            <a:r>
              <a:t>Argomento</a:t>
            </a:r>
          </a:p>
        </p:txBody>
      </p:sp>
      <p:sp>
        <p:nvSpPr>
          <p:cNvPr id="12" name="Luogo"/>
          <p:cNvSpPr txBox="1">
            <a:spLocks noGrp="1"/>
          </p:cNvSpPr>
          <p:nvPr>
            <p:ph type="body" sz="quarter" idx="22" hasCustomPrompt="1"/>
          </p:nvPr>
        </p:nvSpPr>
        <p:spPr>
          <a:xfrm>
            <a:off x="22635024" y="28234140"/>
            <a:ext cx="6163159" cy="579747"/>
          </a:xfrm>
          <a:prstGeom prst="rect">
            <a:avLst/>
          </a:prstGeom>
        </p:spPr>
        <p:txBody>
          <a:bodyPr anchor="t"/>
          <a:lstStyle>
            <a:lvl1pPr defTabSz="765626">
              <a:defRPr sz="2856" b="0" cap="all" spc="114"/>
            </a:lvl1pPr>
          </a:lstStyle>
          <a:p>
            <a:r>
              <a:t>Luogo</a:t>
            </a:r>
          </a:p>
        </p:txBody>
      </p:sp>
      <p:sp>
        <p:nvSpPr>
          <p:cNvPr id="13" name="Autore e data"/>
          <p:cNvSpPr txBox="1">
            <a:spLocks noGrp="1"/>
          </p:cNvSpPr>
          <p:nvPr>
            <p:ph type="body" sz="quarter" idx="23" hasCustomPrompt="1"/>
          </p:nvPr>
        </p:nvSpPr>
        <p:spPr>
          <a:xfrm>
            <a:off x="8622115" y="28071787"/>
            <a:ext cx="13019870" cy="877029"/>
          </a:xfrm>
          <a:prstGeom prst="rect">
            <a:avLst/>
          </a:prstGeom>
        </p:spPr>
        <p:txBody>
          <a:bodyPr anchor="t"/>
          <a:lstStyle>
            <a:lvl1pPr defTabSz="783855">
              <a:defRPr sz="4558" spc="136"/>
            </a:lvl1pPr>
          </a:lstStyle>
          <a:p>
            <a:r>
              <a:t>Autore e data</a:t>
            </a:r>
          </a:p>
        </p:txBody>
      </p:sp>
      <p:sp>
        <p:nvSpPr>
          <p:cNvPr id="14" name="Titolo presentazione"/>
          <p:cNvSpPr txBox="1">
            <a:spLocks noGrp="1"/>
          </p:cNvSpPr>
          <p:nvPr>
            <p:ph type="title" hasCustomPrompt="1"/>
          </p:nvPr>
        </p:nvSpPr>
        <p:spPr>
          <a:prstGeom prst="rect">
            <a:avLst/>
          </a:prstGeom>
        </p:spPr>
        <p:txBody>
          <a:bodyPr/>
          <a:lstStyle/>
          <a:p>
            <a:r>
              <a:t>Titolo presentazione</a:t>
            </a:r>
          </a:p>
        </p:txBody>
      </p:sp>
      <p:sp>
        <p:nvSpPr>
          <p:cNvPr id="15" name="Corpo livello uno…"/>
          <p:cNvSpPr txBox="1">
            <a:spLocks noGrp="1"/>
          </p:cNvSpPr>
          <p:nvPr>
            <p:ph type="body" sz="quarter" idx="1" hasCustomPrompt="1"/>
          </p:nvPr>
        </p:nvSpPr>
        <p:spPr>
          <a:prstGeom prst="rect">
            <a:avLst/>
          </a:prstGeom>
        </p:spPr>
        <p:txBody>
          <a:bodyPr/>
          <a:lstStyle/>
          <a:p>
            <a:r>
              <a:t>Sottotitolo presentazione</a:t>
            </a:r>
          </a:p>
          <a:p>
            <a:pPr lvl="1"/>
            <a:endParaRPr/>
          </a:p>
          <a:p>
            <a:pPr lvl="2"/>
            <a:endParaRPr/>
          </a:p>
          <a:p>
            <a:pPr lvl="3"/>
            <a:endParaRPr/>
          </a:p>
          <a:p>
            <a:pPr lvl="4"/>
            <a:endParaRPr/>
          </a:p>
        </p:txBody>
      </p:sp>
      <p:sp>
        <p:nvSpPr>
          <p:cNvPr id="16"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foto">
    <p:bg>
      <p:bgPr>
        <a:solidFill>
          <a:srgbClr val="FFFFFF"/>
        </a:solidFill>
        <a:effectLst/>
      </p:bgPr>
    </p:bg>
    <p:spTree>
      <p:nvGrpSpPr>
        <p:cNvPr id="1" name=""/>
        <p:cNvGrpSpPr/>
        <p:nvPr/>
      </p:nvGrpSpPr>
      <p:grpSpPr>
        <a:xfrm>
          <a:off x="0" y="0"/>
          <a:ext cx="0" cy="0"/>
          <a:chOff x="0" y="0"/>
          <a:chExt cx="0" cy="0"/>
        </a:xfrm>
      </p:grpSpPr>
      <p:sp>
        <p:nvSpPr>
          <p:cNvPr id="23" name="fila di sette piccoli orologi retrò su uno scaffale verde contro uno sfondo giallo"/>
          <p:cNvSpPr>
            <a:spLocks noGrp="1"/>
          </p:cNvSpPr>
          <p:nvPr>
            <p:ph type="pic" idx="21"/>
          </p:nvPr>
        </p:nvSpPr>
        <p:spPr>
          <a:xfrm>
            <a:off x="-1" y="9465706"/>
            <a:ext cx="30264101" cy="23867588"/>
          </a:xfrm>
          <a:prstGeom prst="rect">
            <a:avLst/>
          </a:prstGeom>
        </p:spPr>
        <p:txBody>
          <a:bodyPr lIns="91439" tIns="45719" rIns="91439" bIns="45719" anchor="t">
            <a:noAutofit/>
          </a:bodyPr>
          <a:lstStyle/>
          <a:p>
            <a:endParaRPr/>
          </a:p>
        </p:txBody>
      </p:sp>
      <p:sp>
        <p:nvSpPr>
          <p:cNvPr id="24" name="Argomento"/>
          <p:cNvSpPr txBox="1">
            <a:spLocks noGrp="1"/>
          </p:cNvSpPr>
          <p:nvPr>
            <p:ph type="body" sz="quarter" idx="22" hasCustomPrompt="1"/>
          </p:nvPr>
        </p:nvSpPr>
        <p:spPr>
          <a:xfrm>
            <a:off x="1465917" y="28234140"/>
            <a:ext cx="6163159" cy="579747"/>
          </a:xfrm>
          <a:prstGeom prst="rect">
            <a:avLst/>
          </a:prstGeom>
        </p:spPr>
        <p:txBody>
          <a:bodyPr anchor="t"/>
          <a:lstStyle>
            <a:lvl1pPr defTabSz="765626">
              <a:defRPr sz="2856" b="0" cap="all" spc="114">
                <a:solidFill>
                  <a:srgbClr val="FFFFFF"/>
                </a:solidFill>
              </a:defRPr>
            </a:lvl1pPr>
          </a:lstStyle>
          <a:p>
            <a:r>
              <a:t>Argomento</a:t>
            </a:r>
          </a:p>
        </p:txBody>
      </p:sp>
      <p:sp>
        <p:nvSpPr>
          <p:cNvPr id="25" name="Luogo"/>
          <p:cNvSpPr txBox="1">
            <a:spLocks noGrp="1"/>
          </p:cNvSpPr>
          <p:nvPr>
            <p:ph type="body" sz="quarter" idx="23" hasCustomPrompt="1"/>
          </p:nvPr>
        </p:nvSpPr>
        <p:spPr>
          <a:xfrm>
            <a:off x="22635024" y="28234140"/>
            <a:ext cx="6163159" cy="579747"/>
          </a:xfrm>
          <a:prstGeom prst="rect">
            <a:avLst/>
          </a:prstGeom>
        </p:spPr>
        <p:txBody>
          <a:bodyPr anchor="t"/>
          <a:lstStyle>
            <a:lvl1pPr defTabSz="765626">
              <a:defRPr sz="2856" b="0" cap="all" spc="114">
                <a:solidFill>
                  <a:srgbClr val="FFFFFF"/>
                </a:solidFill>
              </a:defRPr>
            </a:lvl1pPr>
          </a:lstStyle>
          <a:p>
            <a:r>
              <a:t>Luogo</a:t>
            </a:r>
          </a:p>
        </p:txBody>
      </p:sp>
      <p:sp>
        <p:nvSpPr>
          <p:cNvPr id="26" name="Autore e data"/>
          <p:cNvSpPr txBox="1">
            <a:spLocks noGrp="1"/>
          </p:cNvSpPr>
          <p:nvPr>
            <p:ph type="body" sz="quarter" idx="24" hasCustomPrompt="1"/>
          </p:nvPr>
        </p:nvSpPr>
        <p:spPr>
          <a:xfrm>
            <a:off x="8622115" y="28071787"/>
            <a:ext cx="13019870" cy="877029"/>
          </a:xfrm>
          <a:prstGeom prst="rect">
            <a:avLst/>
          </a:prstGeom>
        </p:spPr>
        <p:txBody>
          <a:bodyPr anchor="t"/>
          <a:lstStyle>
            <a:lvl1pPr defTabSz="783855">
              <a:defRPr sz="4558" spc="136">
                <a:solidFill>
                  <a:srgbClr val="FFFFFF"/>
                </a:solidFill>
              </a:defRPr>
            </a:lvl1pPr>
          </a:lstStyle>
          <a:p>
            <a:r>
              <a:t>Autore e data</a:t>
            </a:r>
          </a:p>
        </p:txBody>
      </p:sp>
      <p:sp>
        <p:nvSpPr>
          <p:cNvPr id="27" name="Linea"/>
          <p:cNvSpPr/>
          <p:nvPr/>
        </p:nvSpPr>
        <p:spPr>
          <a:xfrm>
            <a:off x="951808" y="27856891"/>
            <a:ext cx="28360481"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28" name="Linea"/>
          <p:cNvSpPr/>
          <p:nvPr/>
        </p:nvSpPr>
        <p:spPr>
          <a:xfrm flipV="1">
            <a:off x="8101951" y="27824362"/>
            <a:ext cx="1" cy="1383857"/>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29" name="Linea"/>
          <p:cNvSpPr/>
          <p:nvPr/>
        </p:nvSpPr>
        <p:spPr>
          <a:xfrm flipV="1">
            <a:off x="22162148" y="27824362"/>
            <a:ext cx="1" cy="1383857"/>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30" name="Linea"/>
          <p:cNvSpPr/>
          <p:nvPr/>
        </p:nvSpPr>
        <p:spPr>
          <a:xfrm>
            <a:off x="951808" y="14069913"/>
            <a:ext cx="28360484"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31" name="Corpo livello uno…"/>
          <p:cNvSpPr txBox="1">
            <a:spLocks noGrp="1"/>
          </p:cNvSpPr>
          <p:nvPr>
            <p:ph type="body" sz="quarter" idx="1" hasCustomPrompt="1"/>
          </p:nvPr>
        </p:nvSpPr>
        <p:spPr>
          <a:xfrm>
            <a:off x="2585058" y="17222423"/>
            <a:ext cx="25078222" cy="2001845"/>
          </a:xfrm>
          <a:prstGeom prst="rect">
            <a:avLst/>
          </a:prstGeo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Sottotitolo presentazione</a:t>
            </a:r>
          </a:p>
          <a:p>
            <a:pPr lvl="1"/>
            <a:endParaRPr/>
          </a:p>
          <a:p>
            <a:pPr lvl="2"/>
            <a:endParaRPr/>
          </a:p>
          <a:p>
            <a:pPr lvl="3"/>
            <a:endParaRPr/>
          </a:p>
          <a:p>
            <a:pPr lvl="4"/>
            <a:endParaRPr/>
          </a:p>
        </p:txBody>
      </p:sp>
      <p:sp>
        <p:nvSpPr>
          <p:cNvPr id="32" name="Titolo presentazione"/>
          <p:cNvSpPr txBox="1">
            <a:spLocks noGrp="1"/>
          </p:cNvSpPr>
          <p:nvPr>
            <p:ph type="title" hasCustomPrompt="1"/>
          </p:nvPr>
        </p:nvSpPr>
        <p:spPr>
          <a:prstGeom prst="rect">
            <a:avLst/>
          </a:prstGeom>
        </p:spPr>
        <p:txBody>
          <a:bodyPr/>
          <a:lstStyle/>
          <a:p>
            <a:r>
              <a:t>Titolo presentazione</a:t>
            </a:r>
          </a:p>
        </p:txBody>
      </p:sp>
      <p:sp>
        <p:nvSpPr>
          <p:cNvPr id="33" name="Numero diapositiva"/>
          <p:cNvSpPr txBox="1">
            <a:spLocks noGrp="1"/>
          </p:cNvSpPr>
          <p:nvPr>
            <p:ph type="sldNum" sz="quarter" idx="2"/>
          </p:nvPr>
        </p:nvSpPr>
        <p:spPr>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olo e foto 2">
    <p:bg>
      <p:bgPr>
        <a:solidFill>
          <a:srgbClr val="FFF5F2"/>
        </a:solidFill>
        <a:effectLst/>
      </p:bgPr>
    </p:bg>
    <p:spTree>
      <p:nvGrpSpPr>
        <p:cNvPr id="1" name=""/>
        <p:cNvGrpSpPr/>
        <p:nvPr/>
      </p:nvGrpSpPr>
      <p:grpSpPr>
        <a:xfrm>
          <a:off x="0" y="0"/>
          <a:ext cx="0" cy="0"/>
          <a:chOff x="0" y="0"/>
          <a:chExt cx="0" cy="0"/>
        </a:xfrm>
      </p:grpSpPr>
      <p:sp>
        <p:nvSpPr>
          <p:cNvPr id="40" name="Corpo livello uno…"/>
          <p:cNvSpPr txBox="1">
            <a:spLocks noGrp="1"/>
          </p:cNvSpPr>
          <p:nvPr>
            <p:ph type="body" sz="quarter" idx="1" hasCustomPrompt="1"/>
          </p:nvPr>
        </p:nvSpPr>
        <p:spPr>
          <a:xfrm>
            <a:off x="1576254" y="22836643"/>
            <a:ext cx="14627650" cy="4776054"/>
          </a:xfrm>
          <a:prstGeom prst="rect">
            <a:avLst/>
          </a:prstGeom>
        </p:spPr>
        <p:txBody>
          <a:bodyPr anchor="t"/>
          <a:lstStyle>
            <a:lvl1pPr>
              <a:defRPr>
                <a:solidFill>
                  <a:srgbClr val="8AACB9"/>
                </a:solidFill>
              </a:defRPr>
            </a:lvl1pPr>
            <a:lvl2pPr>
              <a:defRPr>
                <a:solidFill>
                  <a:srgbClr val="8AACB9"/>
                </a:solidFill>
              </a:defRPr>
            </a:lvl2pPr>
            <a:lvl3pPr>
              <a:defRPr>
                <a:solidFill>
                  <a:srgbClr val="8AACB9"/>
                </a:solidFill>
              </a:defRPr>
            </a:lvl3pPr>
            <a:lvl4pPr>
              <a:defRPr>
                <a:solidFill>
                  <a:srgbClr val="8AACB9"/>
                </a:solidFill>
              </a:defRPr>
            </a:lvl4pPr>
            <a:lvl5pPr>
              <a:defRPr>
                <a:solidFill>
                  <a:srgbClr val="8AACB9"/>
                </a:solidFill>
              </a:defRPr>
            </a:lvl5pPr>
          </a:lstStyle>
          <a:p>
            <a:r>
              <a:t>Sottotitolo diapositiva</a:t>
            </a:r>
          </a:p>
          <a:p>
            <a:pPr lvl="1"/>
            <a:endParaRPr/>
          </a:p>
          <a:p>
            <a:pPr lvl="2"/>
            <a:endParaRPr/>
          </a:p>
          <a:p>
            <a:pPr lvl="3"/>
            <a:endParaRPr/>
          </a:p>
          <a:p>
            <a:pPr lvl="4"/>
            <a:endParaRPr/>
          </a:p>
        </p:txBody>
      </p:sp>
      <p:sp>
        <p:nvSpPr>
          <p:cNvPr id="41" name="Titolo"/>
          <p:cNvSpPr txBox="1">
            <a:spLocks noGrp="1"/>
          </p:cNvSpPr>
          <p:nvPr>
            <p:ph type="title" hasCustomPrompt="1"/>
          </p:nvPr>
        </p:nvSpPr>
        <p:spPr>
          <a:xfrm>
            <a:off x="1576254" y="19000883"/>
            <a:ext cx="14627650" cy="3641151"/>
          </a:xfrm>
          <a:prstGeom prst="rect">
            <a:avLst/>
          </a:prstGeom>
        </p:spPr>
        <p:txBody>
          <a:bodyPr anchor="b"/>
          <a:lstStyle>
            <a:lvl1pPr>
              <a:defRPr sz="27600" spc="828">
                <a:solidFill>
                  <a:schemeClr val="accent6"/>
                </a:solidFill>
              </a:defRPr>
            </a:lvl1pPr>
          </a:lstStyle>
          <a:p>
            <a:r>
              <a:t>Titolo</a:t>
            </a:r>
          </a:p>
        </p:txBody>
      </p:sp>
      <p:sp>
        <p:nvSpPr>
          <p:cNvPr id="42" name="Macchina da scrivere rosa su una cassettiera a tre cassetti del medesimo colore di fronte a una parete rosa"/>
          <p:cNvSpPr>
            <a:spLocks noGrp="1"/>
          </p:cNvSpPr>
          <p:nvPr>
            <p:ph type="pic" sz="half" idx="21"/>
          </p:nvPr>
        </p:nvSpPr>
        <p:spPr>
          <a:xfrm>
            <a:off x="15888651" y="15240558"/>
            <a:ext cx="21896550" cy="12317886"/>
          </a:xfrm>
          <a:prstGeom prst="rect">
            <a:avLst/>
          </a:prstGeom>
          <a:ln w="101600">
            <a:solidFill>
              <a:srgbClr val="FFFFFF"/>
            </a:solidFill>
          </a:ln>
        </p:spPr>
        <p:txBody>
          <a:bodyPr lIns="91439" tIns="45719" rIns="91439" bIns="45719" anchor="t">
            <a:noAutofit/>
          </a:bodyPr>
          <a:lstStyle/>
          <a:p>
            <a:endParaRPr/>
          </a:p>
        </p:txBody>
      </p:sp>
      <p:sp>
        <p:nvSpPr>
          <p:cNvPr id="43" name="Linea"/>
          <p:cNvSpPr/>
          <p:nvPr/>
        </p:nvSpPr>
        <p:spPr>
          <a:xfrm>
            <a:off x="939817" y="28530909"/>
            <a:ext cx="2837624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44" name="Linea"/>
          <p:cNvSpPr/>
          <p:nvPr/>
        </p:nvSpPr>
        <p:spPr>
          <a:xfrm flipV="1">
            <a:off x="945752" y="14069913"/>
            <a:ext cx="28372598"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45"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olo e punti elenco">
    <p:bg>
      <p:bgPr>
        <a:solidFill>
          <a:srgbClr val="FFF5F2"/>
        </a:solidFill>
        <a:effectLst/>
      </p:bgPr>
    </p:bg>
    <p:spTree>
      <p:nvGrpSpPr>
        <p:cNvPr id="1" name=""/>
        <p:cNvGrpSpPr/>
        <p:nvPr/>
      </p:nvGrpSpPr>
      <p:grpSpPr>
        <a:xfrm>
          <a:off x="0" y="0"/>
          <a:ext cx="0" cy="0"/>
          <a:chOff x="0" y="0"/>
          <a:chExt cx="0" cy="0"/>
        </a:xfrm>
      </p:grpSpPr>
      <p:sp>
        <p:nvSpPr>
          <p:cNvPr id="52" name="Corpo livello uno…"/>
          <p:cNvSpPr txBox="1">
            <a:spLocks noGrp="1"/>
          </p:cNvSpPr>
          <p:nvPr>
            <p:ph type="body" sz="quarter" idx="1" hasCustomPrompt="1"/>
          </p:nvPr>
        </p:nvSpPr>
        <p:spPr>
          <a:xfrm>
            <a:off x="2585058" y="18094618"/>
            <a:ext cx="25079992" cy="7796951"/>
          </a:xfrm>
          <a:prstGeom prst="rect">
            <a:avLst/>
          </a:prstGeom>
        </p:spPr>
        <p:txBody>
          <a:bodyPr anchor="t"/>
          <a:lstStyle>
            <a:lvl1pPr marL="1869722" indent="-1869722" algn="l" defTabSz="1109603">
              <a:lnSpc>
                <a:spcPct val="100000"/>
              </a:lnSpc>
              <a:spcBef>
                <a:spcPts val="13400"/>
              </a:spcBef>
              <a:buSzPct val="100000"/>
              <a:buBlip>
                <a:blip r:embed="rId2"/>
              </a:buBlip>
              <a:defRPr spc="105">
                <a:solidFill>
                  <a:schemeClr val="accent1">
                    <a:satOff val="36598"/>
                    <a:lumOff val="-17227"/>
                  </a:schemeClr>
                </a:solidFill>
              </a:defRPr>
            </a:lvl1pPr>
            <a:lvl2pPr marL="2504722" indent="-1869722" algn="l" defTabSz="1109603">
              <a:lnSpc>
                <a:spcPct val="100000"/>
              </a:lnSpc>
              <a:spcBef>
                <a:spcPts val="13400"/>
              </a:spcBef>
              <a:buSzPct val="100000"/>
              <a:buBlip>
                <a:blip r:embed="rId2"/>
              </a:buBlip>
              <a:defRPr spc="105">
                <a:solidFill>
                  <a:schemeClr val="accent1">
                    <a:satOff val="36598"/>
                    <a:lumOff val="-17227"/>
                  </a:schemeClr>
                </a:solidFill>
              </a:defRPr>
            </a:lvl2pPr>
            <a:lvl3pPr marL="3139722" indent="-1869722" algn="l" defTabSz="1109603">
              <a:lnSpc>
                <a:spcPct val="100000"/>
              </a:lnSpc>
              <a:spcBef>
                <a:spcPts val="13400"/>
              </a:spcBef>
              <a:buSzPct val="100000"/>
              <a:buBlip>
                <a:blip r:embed="rId2"/>
              </a:buBlip>
              <a:defRPr spc="105">
                <a:solidFill>
                  <a:schemeClr val="accent1">
                    <a:satOff val="36598"/>
                    <a:lumOff val="-17227"/>
                  </a:schemeClr>
                </a:solidFill>
              </a:defRPr>
            </a:lvl3pPr>
            <a:lvl4pPr marL="3774722" indent="-1869722" algn="l" defTabSz="1109603">
              <a:lnSpc>
                <a:spcPct val="100000"/>
              </a:lnSpc>
              <a:spcBef>
                <a:spcPts val="13400"/>
              </a:spcBef>
              <a:buSzPct val="100000"/>
              <a:buBlip>
                <a:blip r:embed="rId2"/>
              </a:buBlip>
              <a:defRPr spc="105">
                <a:solidFill>
                  <a:schemeClr val="accent1">
                    <a:satOff val="36598"/>
                    <a:lumOff val="-17227"/>
                  </a:schemeClr>
                </a:solidFill>
              </a:defRPr>
            </a:lvl4pPr>
            <a:lvl5pPr marL="4409722" indent="-1869722" algn="l" defTabSz="1109603">
              <a:lnSpc>
                <a:spcPct val="100000"/>
              </a:lnSpc>
              <a:spcBef>
                <a:spcPts val="13400"/>
              </a:spcBef>
              <a:buSzPct val="100000"/>
              <a:buBlip>
                <a:blip r:embed="rId2"/>
              </a:buBlip>
              <a:defRPr spc="105">
                <a:solidFill>
                  <a:schemeClr val="accent1">
                    <a:satOff val="36598"/>
                    <a:lumOff val="-17227"/>
                  </a:schemeClr>
                </a:solidFill>
              </a:defRPr>
            </a:lvl5pPr>
          </a:lstStyle>
          <a:p>
            <a:r>
              <a:t>Testo elenco puntato diapositiva</a:t>
            </a:r>
          </a:p>
          <a:p>
            <a:pPr lvl="1"/>
            <a:endParaRPr/>
          </a:p>
          <a:p>
            <a:pPr lvl="2"/>
            <a:endParaRPr/>
          </a:p>
          <a:p>
            <a:pPr lvl="3"/>
            <a:endParaRPr/>
          </a:p>
          <a:p>
            <a:pPr lvl="4"/>
            <a:endParaRPr/>
          </a:p>
        </p:txBody>
      </p:sp>
      <p:sp>
        <p:nvSpPr>
          <p:cNvPr id="53" name="Linea"/>
          <p:cNvSpPr/>
          <p:nvPr/>
        </p:nvSpPr>
        <p:spPr>
          <a:xfrm>
            <a:off x="951808" y="14069913"/>
            <a:ext cx="2836048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54" name="Linea"/>
          <p:cNvSpPr/>
          <p:nvPr/>
        </p:nvSpPr>
        <p:spPr>
          <a:xfrm>
            <a:off x="939817" y="28530909"/>
            <a:ext cx="2837624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55" name="Titolo"/>
          <p:cNvSpPr txBox="1">
            <a:spLocks noGrp="1"/>
          </p:cNvSpPr>
          <p:nvPr>
            <p:ph type="title" hasCustomPrompt="1"/>
          </p:nvPr>
        </p:nvSpPr>
        <p:spPr>
          <a:xfrm>
            <a:off x="2592054" y="14479739"/>
            <a:ext cx="25079993" cy="2047532"/>
          </a:xfrm>
          <a:prstGeom prst="rect">
            <a:avLst/>
          </a:prstGeom>
        </p:spPr>
        <p:txBody>
          <a:bodyPr/>
          <a:lstStyle>
            <a:lvl1pPr>
              <a:defRPr sz="27600" spc="828">
                <a:solidFill>
                  <a:schemeClr val="accent6"/>
                </a:solidFill>
              </a:defRPr>
            </a:lvl1pPr>
          </a:lstStyle>
          <a:p>
            <a:r>
              <a:t>Titolo</a:t>
            </a:r>
          </a:p>
        </p:txBody>
      </p:sp>
      <p:sp>
        <p:nvSpPr>
          <p:cNvPr id="56"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Punti elenco">
    <p:bg>
      <p:bgPr>
        <a:solidFill>
          <a:srgbClr val="FFF5F2"/>
        </a:solidFill>
        <a:effectLst/>
      </p:bgPr>
    </p:bg>
    <p:spTree>
      <p:nvGrpSpPr>
        <p:cNvPr id="1" name=""/>
        <p:cNvGrpSpPr/>
        <p:nvPr/>
      </p:nvGrpSpPr>
      <p:grpSpPr>
        <a:xfrm>
          <a:off x="0" y="0"/>
          <a:ext cx="0" cy="0"/>
          <a:chOff x="0" y="0"/>
          <a:chExt cx="0" cy="0"/>
        </a:xfrm>
      </p:grpSpPr>
      <p:sp>
        <p:nvSpPr>
          <p:cNvPr id="63" name="Corpo livello uno…"/>
          <p:cNvSpPr txBox="1">
            <a:spLocks noGrp="1"/>
          </p:cNvSpPr>
          <p:nvPr>
            <p:ph type="body" sz="quarter" idx="1" hasCustomPrompt="1"/>
          </p:nvPr>
        </p:nvSpPr>
        <p:spPr>
          <a:xfrm>
            <a:off x="2585058" y="18094618"/>
            <a:ext cx="25079992" cy="7796951"/>
          </a:xfrm>
          <a:prstGeom prst="rect">
            <a:avLst/>
          </a:prstGeom>
        </p:spPr>
        <p:txBody>
          <a:bodyPr numCol="2" spcCol="1600062" anchor="t"/>
          <a:lstStyle>
            <a:lvl1pPr marL="1869722" indent="-1869722" algn="l" defTabSz="1109603">
              <a:lnSpc>
                <a:spcPct val="100000"/>
              </a:lnSpc>
              <a:spcBef>
                <a:spcPts val="13400"/>
              </a:spcBef>
              <a:buSzPct val="100000"/>
              <a:buBlip>
                <a:blip r:embed="rId2"/>
              </a:buBlip>
              <a:defRPr spc="105">
                <a:solidFill>
                  <a:schemeClr val="accent1">
                    <a:satOff val="36598"/>
                    <a:lumOff val="-17227"/>
                  </a:schemeClr>
                </a:solidFill>
              </a:defRPr>
            </a:lvl1pPr>
            <a:lvl2pPr marL="2504722" indent="-1869722" algn="l" defTabSz="1109603">
              <a:lnSpc>
                <a:spcPct val="100000"/>
              </a:lnSpc>
              <a:spcBef>
                <a:spcPts val="13400"/>
              </a:spcBef>
              <a:buSzPct val="100000"/>
              <a:buBlip>
                <a:blip r:embed="rId2"/>
              </a:buBlip>
              <a:defRPr spc="105">
                <a:solidFill>
                  <a:schemeClr val="accent1">
                    <a:satOff val="36598"/>
                    <a:lumOff val="-17227"/>
                  </a:schemeClr>
                </a:solidFill>
              </a:defRPr>
            </a:lvl2pPr>
            <a:lvl3pPr marL="3139722" indent="-1869722" algn="l" defTabSz="1109603">
              <a:lnSpc>
                <a:spcPct val="100000"/>
              </a:lnSpc>
              <a:spcBef>
                <a:spcPts val="13400"/>
              </a:spcBef>
              <a:buSzPct val="100000"/>
              <a:buBlip>
                <a:blip r:embed="rId2"/>
              </a:buBlip>
              <a:defRPr spc="105">
                <a:solidFill>
                  <a:schemeClr val="accent1">
                    <a:satOff val="36598"/>
                    <a:lumOff val="-17227"/>
                  </a:schemeClr>
                </a:solidFill>
              </a:defRPr>
            </a:lvl3pPr>
            <a:lvl4pPr marL="3774722" indent="-1869722" algn="l" defTabSz="1109603">
              <a:lnSpc>
                <a:spcPct val="100000"/>
              </a:lnSpc>
              <a:spcBef>
                <a:spcPts val="13400"/>
              </a:spcBef>
              <a:buSzPct val="100000"/>
              <a:buBlip>
                <a:blip r:embed="rId2"/>
              </a:buBlip>
              <a:defRPr spc="105">
                <a:solidFill>
                  <a:schemeClr val="accent1">
                    <a:satOff val="36598"/>
                    <a:lumOff val="-17227"/>
                  </a:schemeClr>
                </a:solidFill>
              </a:defRPr>
            </a:lvl4pPr>
            <a:lvl5pPr marL="4409722" indent="-1869722" algn="l" defTabSz="1109603">
              <a:lnSpc>
                <a:spcPct val="100000"/>
              </a:lnSpc>
              <a:spcBef>
                <a:spcPts val="13400"/>
              </a:spcBef>
              <a:buSzPct val="100000"/>
              <a:buBlip>
                <a:blip r:embed="rId2"/>
              </a:buBlip>
              <a:defRPr spc="105">
                <a:solidFill>
                  <a:schemeClr val="accent1">
                    <a:satOff val="36598"/>
                    <a:lumOff val="-17227"/>
                  </a:schemeClr>
                </a:solidFill>
              </a:defRPr>
            </a:lvl5pPr>
          </a:lstStyle>
          <a:p>
            <a:r>
              <a:t>Testo elenco puntato diapositiva</a:t>
            </a:r>
          </a:p>
          <a:p>
            <a:pPr lvl="1"/>
            <a:endParaRPr/>
          </a:p>
          <a:p>
            <a:pPr lvl="2"/>
            <a:endParaRPr/>
          </a:p>
          <a:p>
            <a:pPr lvl="3"/>
            <a:endParaRPr/>
          </a:p>
          <a:p>
            <a:pPr lvl="4"/>
            <a:endParaRPr/>
          </a:p>
        </p:txBody>
      </p:sp>
      <p:sp>
        <p:nvSpPr>
          <p:cNvPr id="64" name="Linea"/>
          <p:cNvSpPr/>
          <p:nvPr/>
        </p:nvSpPr>
        <p:spPr>
          <a:xfrm>
            <a:off x="951808" y="14069913"/>
            <a:ext cx="2836048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65" name="Linea"/>
          <p:cNvSpPr/>
          <p:nvPr/>
        </p:nvSpPr>
        <p:spPr>
          <a:xfrm>
            <a:off x="939817" y="28530909"/>
            <a:ext cx="2837624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66"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olo, punti elenco e foto">
    <p:bg>
      <p:bgPr>
        <a:solidFill>
          <a:srgbClr val="FFF5F2"/>
        </a:solidFill>
        <a:effectLst/>
      </p:bgPr>
    </p:bg>
    <p:spTree>
      <p:nvGrpSpPr>
        <p:cNvPr id="1" name=""/>
        <p:cNvGrpSpPr/>
        <p:nvPr/>
      </p:nvGrpSpPr>
      <p:grpSpPr>
        <a:xfrm>
          <a:off x="0" y="0"/>
          <a:ext cx="0" cy="0"/>
          <a:chOff x="0" y="0"/>
          <a:chExt cx="0" cy="0"/>
        </a:xfrm>
      </p:grpSpPr>
      <p:sp>
        <p:nvSpPr>
          <p:cNvPr id="73" name="Titolo"/>
          <p:cNvSpPr txBox="1">
            <a:spLocks noGrp="1"/>
          </p:cNvSpPr>
          <p:nvPr>
            <p:ph type="title" hasCustomPrompt="1"/>
          </p:nvPr>
        </p:nvSpPr>
        <p:spPr>
          <a:xfrm>
            <a:off x="1576254" y="15185359"/>
            <a:ext cx="14627650" cy="5070002"/>
          </a:xfrm>
          <a:prstGeom prst="rect">
            <a:avLst/>
          </a:prstGeom>
        </p:spPr>
        <p:txBody>
          <a:bodyPr anchor="b"/>
          <a:lstStyle>
            <a:lvl1pPr>
              <a:defRPr sz="27600" spc="828">
                <a:solidFill>
                  <a:schemeClr val="accent6"/>
                </a:solidFill>
              </a:defRPr>
            </a:lvl1pPr>
          </a:lstStyle>
          <a:p>
            <a:r>
              <a:t>Titolo</a:t>
            </a:r>
          </a:p>
        </p:txBody>
      </p:sp>
      <p:sp>
        <p:nvSpPr>
          <p:cNvPr id="74" name="Corpo livello uno…"/>
          <p:cNvSpPr txBox="1">
            <a:spLocks noGrp="1"/>
          </p:cNvSpPr>
          <p:nvPr>
            <p:ph type="body" sz="quarter" idx="1" hasCustomPrompt="1"/>
          </p:nvPr>
        </p:nvSpPr>
        <p:spPr>
          <a:xfrm>
            <a:off x="2592052" y="21228575"/>
            <a:ext cx="13618846" cy="6785554"/>
          </a:xfrm>
          <a:prstGeom prst="rect">
            <a:avLst/>
          </a:prstGeom>
        </p:spPr>
        <p:txBody>
          <a:bodyPr anchor="t"/>
          <a:lstStyle>
            <a:lvl1pPr marL="1869722" indent="-1869722" algn="l" defTabSz="1109603">
              <a:lnSpc>
                <a:spcPct val="100000"/>
              </a:lnSpc>
              <a:spcBef>
                <a:spcPts val="13400"/>
              </a:spcBef>
              <a:buSzPct val="100000"/>
              <a:buBlip>
                <a:blip r:embed="rId2"/>
              </a:buBlip>
              <a:defRPr spc="105">
                <a:solidFill>
                  <a:schemeClr val="accent1">
                    <a:satOff val="36598"/>
                    <a:lumOff val="-17227"/>
                  </a:schemeClr>
                </a:solidFill>
              </a:defRPr>
            </a:lvl1pPr>
            <a:lvl2pPr marL="2504722" indent="-1869722" algn="l" defTabSz="1109603">
              <a:lnSpc>
                <a:spcPct val="100000"/>
              </a:lnSpc>
              <a:spcBef>
                <a:spcPts val="13400"/>
              </a:spcBef>
              <a:buSzPct val="100000"/>
              <a:buBlip>
                <a:blip r:embed="rId2"/>
              </a:buBlip>
              <a:defRPr spc="105">
                <a:solidFill>
                  <a:schemeClr val="accent1">
                    <a:satOff val="36598"/>
                    <a:lumOff val="-17227"/>
                  </a:schemeClr>
                </a:solidFill>
              </a:defRPr>
            </a:lvl2pPr>
            <a:lvl3pPr marL="3139722" indent="-1869722" algn="l" defTabSz="1109603">
              <a:lnSpc>
                <a:spcPct val="100000"/>
              </a:lnSpc>
              <a:spcBef>
                <a:spcPts val="13400"/>
              </a:spcBef>
              <a:buSzPct val="100000"/>
              <a:buBlip>
                <a:blip r:embed="rId2"/>
              </a:buBlip>
              <a:defRPr spc="105">
                <a:solidFill>
                  <a:schemeClr val="accent1">
                    <a:satOff val="36598"/>
                    <a:lumOff val="-17227"/>
                  </a:schemeClr>
                </a:solidFill>
              </a:defRPr>
            </a:lvl3pPr>
            <a:lvl4pPr marL="3774722" indent="-1869722" algn="l" defTabSz="1109603">
              <a:lnSpc>
                <a:spcPct val="100000"/>
              </a:lnSpc>
              <a:spcBef>
                <a:spcPts val="13400"/>
              </a:spcBef>
              <a:buSzPct val="100000"/>
              <a:buBlip>
                <a:blip r:embed="rId2"/>
              </a:buBlip>
              <a:defRPr spc="105">
                <a:solidFill>
                  <a:schemeClr val="accent1">
                    <a:satOff val="36598"/>
                    <a:lumOff val="-17227"/>
                  </a:schemeClr>
                </a:solidFill>
              </a:defRPr>
            </a:lvl4pPr>
            <a:lvl5pPr marL="4409722" indent="-1869722" algn="l" defTabSz="1109603">
              <a:lnSpc>
                <a:spcPct val="100000"/>
              </a:lnSpc>
              <a:spcBef>
                <a:spcPts val="13400"/>
              </a:spcBef>
              <a:buSzPct val="100000"/>
              <a:buBlip>
                <a:blip r:embed="rId2"/>
              </a:buBlip>
              <a:defRPr spc="105">
                <a:solidFill>
                  <a:schemeClr val="accent1">
                    <a:satOff val="36598"/>
                    <a:lumOff val="-17227"/>
                  </a:schemeClr>
                </a:solidFill>
              </a:defRPr>
            </a:lvl5pPr>
          </a:lstStyle>
          <a:p>
            <a:r>
              <a:t>Testo elenco puntato diapositiva</a:t>
            </a:r>
          </a:p>
          <a:p>
            <a:pPr lvl="1"/>
            <a:endParaRPr/>
          </a:p>
          <a:p>
            <a:pPr lvl="2"/>
            <a:endParaRPr/>
          </a:p>
          <a:p>
            <a:pPr lvl="3"/>
            <a:endParaRPr/>
          </a:p>
          <a:p>
            <a:pPr lvl="4"/>
            <a:endParaRPr/>
          </a:p>
        </p:txBody>
      </p:sp>
      <p:sp>
        <p:nvSpPr>
          <p:cNvPr id="75" name="Televisore vintage con carta da parati a fantasia di colore giallo"/>
          <p:cNvSpPr>
            <a:spLocks noGrp="1"/>
          </p:cNvSpPr>
          <p:nvPr>
            <p:ph type="pic" sz="quarter" idx="21"/>
          </p:nvPr>
        </p:nvSpPr>
        <p:spPr>
          <a:xfrm>
            <a:off x="15715264" y="9782499"/>
            <a:ext cx="13748888" cy="18331849"/>
          </a:xfrm>
          <a:prstGeom prst="rect">
            <a:avLst/>
          </a:prstGeom>
          <a:ln w="101600">
            <a:solidFill>
              <a:srgbClr val="FFFFFF"/>
            </a:solidFill>
          </a:ln>
        </p:spPr>
        <p:txBody>
          <a:bodyPr lIns="91439" tIns="45719" rIns="91439" bIns="45719" anchor="t">
            <a:noAutofit/>
          </a:bodyPr>
          <a:lstStyle/>
          <a:p>
            <a:endParaRPr/>
          </a:p>
        </p:txBody>
      </p:sp>
      <p:sp>
        <p:nvSpPr>
          <p:cNvPr id="76" name="Linea"/>
          <p:cNvSpPr/>
          <p:nvPr/>
        </p:nvSpPr>
        <p:spPr>
          <a:xfrm flipV="1">
            <a:off x="945752" y="14069913"/>
            <a:ext cx="28372598"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77" name="Linea"/>
          <p:cNvSpPr/>
          <p:nvPr/>
        </p:nvSpPr>
        <p:spPr>
          <a:xfrm>
            <a:off x="945752" y="28524175"/>
            <a:ext cx="28372596"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78"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zione">
    <p:spTree>
      <p:nvGrpSpPr>
        <p:cNvPr id="1" name=""/>
        <p:cNvGrpSpPr/>
        <p:nvPr/>
      </p:nvGrpSpPr>
      <p:grpSpPr>
        <a:xfrm>
          <a:off x="0" y="0"/>
          <a:ext cx="0" cy="0"/>
          <a:chOff x="0" y="0"/>
          <a:chExt cx="0" cy="0"/>
        </a:xfrm>
      </p:grpSpPr>
      <p:sp>
        <p:nvSpPr>
          <p:cNvPr id="85" name="Titolo sezione"/>
          <p:cNvSpPr txBox="1">
            <a:spLocks noGrp="1"/>
          </p:cNvSpPr>
          <p:nvPr>
            <p:ph type="title" hasCustomPrompt="1"/>
          </p:nvPr>
        </p:nvSpPr>
        <p:spPr>
          <a:xfrm>
            <a:off x="2589162" y="18215464"/>
            <a:ext cx="25078222" cy="7014338"/>
          </a:xfrm>
          <a:prstGeom prst="rect">
            <a:avLst/>
          </a:prstGeom>
        </p:spPr>
        <p:txBody>
          <a:bodyPr anchor="ctr"/>
          <a:lstStyle>
            <a:lvl1pPr>
              <a:defRPr>
                <a:solidFill>
                  <a:schemeClr val="accent5"/>
                </a:solidFill>
              </a:defRPr>
            </a:lvl1pPr>
          </a:lstStyle>
          <a:p>
            <a:r>
              <a:t>Titolo sezione</a:t>
            </a:r>
          </a:p>
        </p:txBody>
      </p:sp>
      <p:sp>
        <p:nvSpPr>
          <p:cNvPr id="86" name="Linea"/>
          <p:cNvSpPr/>
          <p:nvPr/>
        </p:nvSpPr>
        <p:spPr>
          <a:xfrm flipV="1">
            <a:off x="945752" y="14069913"/>
            <a:ext cx="28372596" cy="1"/>
          </a:xfrm>
          <a:prstGeom prst="line">
            <a:avLst/>
          </a:prstGeom>
          <a:ln w="63500">
            <a:solidFill>
              <a:schemeClr val="accent5"/>
            </a:solidFill>
            <a:miter lim="400000"/>
          </a:ln>
        </p:spPr>
        <p:txBody>
          <a:bodyPr lIns="63050" tIns="63050" rIns="63050" bIns="63050" anchor="ctr"/>
          <a:lstStyle/>
          <a:p>
            <a:pPr defTabSz="2575865">
              <a:defRPr sz="9600" spc="0">
                <a:solidFill>
                  <a:srgbClr val="000000"/>
                </a:solidFill>
              </a:defRPr>
            </a:pPr>
            <a:endParaRPr/>
          </a:p>
        </p:txBody>
      </p:sp>
      <p:sp>
        <p:nvSpPr>
          <p:cNvPr id="87" name="Linea"/>
          <p:cNvSpPr/>
          <p:nvPr/>
        </p:nvSpPr>
        <p:spPr>
          <a:xfrm>
            <a:off x="945752" y="28524175"/>
            <a:ext cx="28372596" cy="1"/>
          </a:xfrm>
          <a:prstGeom prst="line">
            <a:avLst/>
          </a:prstGeom>
          <a:ln w="63500">
            <a:solidFill>
              <a:schemeClr val="accent5"/>
            </a:solidFill>
            <a:miter lim="400000"/>
          </a:ln>
        </p:spPr>
        <p:txBody>
          <a:bodyPr lIns="63050" tIns="63050" rIns="63050" bIns="63050" anchor="ctr"/>
          <a:lstStyle/>
          <a:p>
            <a:pPr defTabSz="2575865">
              <a:defRPr sz="9600" spc="0">
                <a:solidFill>
                  <a:srgbClr val="000000"/>
                </a:solidFill>
              </a:defRPr>
            </a:pPr>
            <a:endParaRPr/>
          </a:p>
        </p:txBody>
      </p:sp>
      <p:sp>
        <p:nvSpPr>
          <p:cNvPr id="88" name="Numero diapositiva"/>
          <p:cNvSpPr txBox="1">
            <a:spLocks noGrp="1"/>
          </p:cNvSpPr>
          <p:nvPr>
            <p:ph type="sldNum" sz="quarter" idx="2"/>
          </p:nvPr>
        </p:nvSpPr>
        <p:spPr>
          <a:xfrm>
            <a:off x="14604187" y="28193294"/>
            <a:ext cx="1071489" cy="1273165"/>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olo titolo">
    <p:bg>
      <p:bgPr>
        <a:solidFill>
          <a:srgbClr val="FFF5F2"/>
        </a:solidFill>
        <a:effectLst/>
      </p:bgPr>
    </p:bg>
    <p:spTree>
      <p:nvGrpSpPr>
        <p:cNvPr id="1" name=""/>
        <p:cNvGrpSpPr/>
        <p:nvPr/>
      </p:nvGrpSpPr>
      <p:grpSpPr>
        <a:xfrm>
          <a:off x="0" y="0"/>
          <a:ext cx="0" cy="0"/>
          <a:chOff x="0" y="0"/>
          <a:chExt cx="0" cy="0"/>
        </a:xfrm>
      </p:grpSpPr>
      <p:sp>
        <p:nvSpPr>
          <p:cNvPr id="95" name="Linea"/>
          <p:cNvSpPr/>
          <p:nvPr/>
        </p:nvSpPr>
        <p:spPr>
          <a:xfrm flipV="1">
            <a:off x="945752" y="14069913"/>
            <a:ext cx="28372598"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96" name="Linea"/>
          <p:cNvSpPr/>
          <p:nvPr/>
        </p:nvSpPr>
        <p:spPr>
          <a:xfrm>
            <a:off x="939817" y="28530909"/>
            <a:ext cx="28376244" cy="1"/>
          </a:xfrm>
          <a:prstGeom prst="line">
            <a:avLst/>
          </a:prstGeom>
          <a:ln w="63500">
            <a:solidFill>
              <a:schemeClr val="accent6">
                <a:hueOff val="61929"/>
                <a:satOff val="10820"/>
                <a:lumOff val="-8848"/>
              </a:schemeClr>
            </a:solidFill>
            <a:miter lim="400000"/>
          </a:ln>
        </p:spPr>
        <p:txBody>
          <a:bodyPr lIns="63050" tIns="63050" rIns="63050" bIns="63050" anchor="ctr"/>
          <a:lstStyle/>
          <a:p>
            <a:pPr defTabSz="2575865">
              <a:defRPr sz="9600" spc="0">
                <a:solidFill>
                  <a:srgbClr val="000000"/>
                </a:solidFill>
              </a:defRPr>
            </a:pPr>
            <a:endParaRPr/>
          </a:p>
        </p:txBody>
      </p:sp>
      <p:sp>
        <p:nvSpPr>
          <p:cNvPr id="97" name="Titolo"/>
          <p:cNvSpPr txBox="1">
            <a:spLocks noGrp="1"/>
          </p:cNvSpPr>
          <p:nvPr>
            <p:ph type="title" hasCustomPrompt="1"/>
          </p:nvPr>
        </p:nvSpPr>
        <p:spPr>
          <a:xfrm>
            <a:off x="2585058" y="14479739"/>
            <a:ext cx="25078222" cy="2049133"/>
          </a:xfrm>
          <a:prstGeom prst="rect">
            <a:avLst/>
          </a:prstGeom>
        </p:spPr>
        <p:txBody>
          <a:bodyPr/>
          <a:lstStyle>
            <a:lvl1pPr>
              <a:defRPr sz="27600" spc="828">
                <a:solidFill>
                  <a:schemeClr val="accent6"/>
                </a:solidFill>
              </a:defRPr>
            </a:lvl1pPr>
          </a:lstStyle>
          <a:p>
            <a:r>
              <a:t>Titolo</a:t>
            </a:r>
          </a:p>
        </p:txBody>
      </p:sp>
      <p:sp>
        <p:nvSpPr>
          <p:cNvPr id="98"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rogramma">
    <p:bg>
      <p:bgPr>
        <a:solidFill>
          <a:srgbClr val="FFF5F2"/>
        </a:solidFill>
        <a:effectLst/>
      </p:bgPr>
    </p:bg>
    <p:spTree>
      <p:nvGrpSpPr>
        <p:cNvPr id="1" name=""/>
        <p:cNvGrpSpPr/>
        <p:nvPr/>
      </p:nvGrpSpPr>
      <p:grpSpPr>
        <a:xfrm>
          <a:off x="0" y="0"/>
          <a:ext cx="0" cy="0"/>
          <a:chOff x="0" y="0"/>
          <a:chExt cx="0" cy="0"/>
        </a:xfrm>
      </p:grpSpPr>
      <p:sp>
        <p:nvSpPr>
          <p:cNvPr id="105" name="Sottotitolo programma"/>
          <p:cNvSpPr txBox="1">
            <a:spLocks noGrp="1"/>
          </p:cNvSpPr>
          <p:nvPr>
            <p:ph type="body" sz="quarter" idx="21" hasCustomPrompt="1"/>
          </p:nvPr>
        </p:nvSpPr>
        <p:spPr>
          <a:xfrm>
            <a:off x="2585058" y="16356838"/>
            <a:ext cx="25078222" cy="750929"/>
          </a:xfrm>
          <a:prstGeom prst="rect">
            <a:avLst/>
          </a:prstGeom>
        </p:spPr>
        <p:txBody>
          <a:bodyPr lIns="0" tIns="0" rIns="0" bIns="0" anchor="ctr"/>
          <a:lstStyle>
            <a:lvl1pPr defTabSz="765626">
              <a:defRPr sz="4452" spc="133">
                <a:solidFill>
                  <a:srgbClr val="8AACB9"/>
                </a:solidFill>
              </a:defRPr>
            </a:lvl1pPr>
          </a:lstStyle>
          <a:p>
            <a:r>
              <a:t>Sottotitolo programma</a:t>
            </a:r>
          </a:p>
        </p:txBody>
      </p:sp>
      <p:sp>
        <p:nvSpPr>
          <p:cNvPr id="106" name="Corpo livello uno…"/>
          <p:cNvSpPr txBox="1">
            <a:spLocks noGrp="1"/>
          </p:cNvSpPr>
          <p:nvPr>
            <p:ph type="body" sz="quarter" idx="1" hasCustomPrompt="1"/>
          </p:nvPr>
        </p:nvSpPr>
        <p:spPr>
          <a:xfrm>
            <a:off x="2585058" y="17921516"/>
            <a:ext cx="25078222" cy="8354154"/>
          </a:xfrm>
          <a:prstGeom prst="rect">
            <a:avLst/>
          </a:prstGeom>
        </p:spPr>
        <p:txBody>
          <a:bodyPr anchor="t"/>
          <a:lstStyle>
            <a:lvl1pPr marL="554801" indent="-554801" defTabSz="8242770">
              <a:lnSpc>
                <a:spcPct val="100000"/>
              </a:lnSpc>
              <a:spcBef>
                <a:spcPts val="13700"/>
              </a:spcBef>
              <a:tabLst>
                <a:tab pos="16802100" algn="l"/>
              </a:tabLst>
              <a:defRPr sz="15200" spc="0">
                <a:solidFill>
                  <a:schemeClr val="accent1">
                    <a:satOff val="36598"/>
                    <a:lumOff val="-17227"/>
                  </a:schemeClr>
                </a:solidFill>
              </a:defRPr>
            </a:lvl1pPr>
            <a:lvl2pPr marL="554801" indent="-97601" defTabSz="8242770">
              <a:lnSpc>
                <a:spcPct val="100000"/>
              </a:lnSpc>
              <a:spcBef>
                <a:spcPts val="13700"/>
              </a:spcBef>
              <a:tabLst>
                <a:tab pos="16802100" algn="l"/>
              </a:tabLst>
              <a:defRPr sz="15200" spc="0">
                <a:solidFill>
                  <a:schemeClr val="accent1">
                    <a:satOff val="36598"/>
                    <a:lumOff val="-17227"/>
                  </a:schemeClr>
                </a:solidFill>
              </a:defRPr>
            </a:lvl2pPr>
            <a:lvl3pPr marL="554801" indent="359598" defTabSz="8242770">
              <a:lnSpc>
                <a:spcPct val="100000"/>
              </a:lnSpc>
              <a:spcBef>
                <a:spcPts val="13700"/>
              </a:spcBef>
              <a:tabLst>
                <a:tab pos="16802100" algn="l"/>
              </a:tabLst>
              <a:defRPr sz="15200" spc="0">
                <a:solidFill>
                  <a:schemeClr val="accent1">
                    <a:satOff val="36598"/>
                    <a:lumOff val="-17227"/>
                  </a:schemeClr>
                </a:solidFill>
              </a:defRPr>
            </a:lvl3pPr>
            <a:lvl4pPr marL="554801" indent="816798" defTabSz="8242770">
              <a:lnSpc>
                <a:spcPct val="100000"/>
              </a:lnSpc>
              <a:spcBef>
                <a:spcPts val="13700"/>
              </a:spcBef>
              <a:tabLst>
                <a:tab pos="16802100" algn="l"/>
              </a:tabLst>
              <a:defRPr sz="15200" spc="0">
                <a:solidFill>
                  <a:schemeClr val="accent1">
                    <a:satOff val="36598"/>
                    <a:lumOff val="-17227"/>
                  </a:schemeClr>
                </a:solidFill>
              </a:defRPr>
            </a:lvl4pPr>
            <a:lvl5pPr marL="554801" indent="1273998" defTabSz="8242770">
              <a:lnSpc>
                <a:spcPct val="100000"/>
              </a:lnSpc>
              <a:spcBef>
                <a:spcPts val="13700"/>
              </a:spcBef>
              <a:tabLst>
                <a:tab pos="16802100" algn="l"/>
              </a:tabLst>
              <a:defRPr sz="15200" spc="0">
                <a:solidFill>
                  <a:schemeClr val="accent1">
                    <a:satOff val="36598"/>
                    <a:lumOff val="-17227"/>
                  </a:schemeClr>
                </a:solidFill>
              </a:defRPr>
            </a:lvl5pPr>
          </a:lstStyle>
          <a:p>
            <a:r>
              <a:t>Argomenti del programma</a:t>
            </a:r>
          </a:p>
          <a:p>
            <a:pPr lvl="1"/>
            <a:endParaRPr/>
          </a:p>
          <a:p>
            <a:pPr lvl="2"/>
            <a:endParaRPr/>
          </a:p>
          <a:p>
            <a:pPr lvl="3"/>
            <a:endParaRPr/>
          </a:p>
          <a:p>
            <a:pPr lvl="4"/>
            <a:endParaRPr/>
          </a:p>
        </p:txBody>
      </p:sp>
      <p:sp>
        <p:nvSpPr>
          <p:cNvPr id="107" name="Titolo programma"/>
          <p:cNvSpPr txBox="1">
            <a:spLocks noGrp="1"/>
          </p:cNvSpPr>
          <p:nvPr>
            <p:ph type="title" hasCustomPrompt="1"/>
          </p:nvPr>
        </p:nvSpPr>
        <p:spPr>
          <a:xfrm>
            <a:off x="2585058" y="14479739"/>
            <a:ext cx="25078222" cy="2049133"/>
          </a:xfrm>
          <a:prstGeom prst="rect">
            <a:avLst/>
          </a:prstGeom>
        </p:spPr>
        <p:txBody>
          <a:bodyPr/>
          <a:lstStyle>
            <a:lvl1pPr>
              <a:defRPr sz="27600" spc="828">
                <a:solidFill>
                  <a:schemeClr val="accent1">
                    <a:satOff val="36598"/>
                    <a:lumOff val="-17227"/>
                  </a:schemeClr>
                </a:solidFill>
              </a:defRPr>
            </a:lvl1pPr>
          </a:lstStyle>
          <a:p>
            <a:r>
              <a:t>Titolo programma</a:t>
            </a:r>
          </a:p>
        </p:txBody>
      </p:sp>
      <p:sp>
        <p:nvSpPr>
          <p:cNvPr id="108" name="Linea"/>
          <p:cNvSpPr/>
          <p:nvPr/>
        </p:nvSpPr>
        <p:spPr>
          <a:xfrm>
            <a:off x="939817" y="28530909"/>
            <a:ext cx="28376244"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09" name="Linea"/>
          <p:cNvSpPr/>
          <p:nvPr/>
        </p:nvSpPr>
        <p:spPr>
          <a:xfrm flipV="1">
            <a:off x="945752" y="14069913"/>
            <a:ext cx="28372596"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10"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ichiarazione">
    <p:bg>
      <p:bgPr>
        <a:solidFill>
          <a:srgbClr val="F3F5B1"/>
        </a:solidFill>
        <a:effectLst/>
      </p:bgPr>
    </p:bg>
    <p:spTree>
      <p:nvGrpSpPr>
        <p:cNvPr id="1" name=""/>
        <p:cNvGrpSpPr/>
        <p:nvPr/>
      </p:nvGrpSpPr>
      <p:grpSpPr>
        <a:xfrm>
          <a:off x="0" y="0"/>
          <a:ext cx="0" cy="0"/>
          <a:chOff x="0" y="0"/>
          <a:chExt cx="0" cy="0"/>
        </a:xfrm>
      </p:grpSpPr>
      <p:sp>
        <p:nvSpPr>
          <p:cNvPr id="117" name="Corpo livello uno…"/>
          <p:cNvSpPr txBox="1">
            <a:spLocks noGrp="1"/>
          </p:cNvSpPr>
          <p:nvPr>
            <p:ph type="body" sz="quarter" idx="1" hasCustomPrompt="1"/>
          </p:nvPr>
        </p:nvSpPr>
        <p:spPr>
          <a:xfrm>
            <a:off x="2585058" y="18271171"/>
            <a:ext cx="25078222" cy="5832145"/>
          </a:xfrm>
          <a:prstGeom prst="rect">
            <a:avLst/>
          </a:prstGeom>
        </p:spPr>
        <p:txBody>
          <a:bodyPr anchor="ctr"/>
          <a:lstStyle>
            <a:lvl1pPr>
              <a:lnSpc>
                <a:spcPct val="90000"/>
              </a:lnSpc>
              <a:defRPr sz="27600" cap="all" spc="828">
                <a:solidFill>
                  <a:schemeClr val="accent1">
                    <a:satOff val="36598"/>
                    <a:lumOff val="-17227"/>
                  </a:schemeClr>
                </a:solidFill>
              </a:defRPr>
            </a:lvl1pPr>
            <a:lvl2pPr>
              <a:lnSpc>
                <a:spcPct val="90000"/>
              </a:lnSpc>
              <a:defRPr sz="27600" cap="all" spc="828">
                <a:solidFill>
                  <a:schemeClr val="accent1">
                    <a:satOff val="36598"/>
                    <a:lumOff val="-17227"/>
                  </a:schemeClr>
                </a:solidFill>
              </a:defRPr>
            </a:lvl2pPr>
            <a:lvl3pPr>
              <a:lnSpc>
                <a:spcPct val="90000"/>
              </a:lnSpc>
              <a:defRPr sz="27600" cap="all" spc="828">
                <a:solidFill>
                  <a:schemeClr val="accent1">
                    <a:satOff val="36598"/>
                    <a:lumOff val="-17227"/>
                  </a:schemeClr>
                </a:solidFill>
              </a:defRPr>
            </a:lvl3pPr>
            <a:lvl4pPr>
              <a:lnSpc>
                <a:spcPct val="90000"/>
              </a:lnSpc>
              <a:defRPr sz="27600" cap="all" spc="828">
                <a:solidFill>
                  <a:schemeClr val="accent1">
                    <a:satOff val="36598"/>
                    <a:lumOff val="-17227"/>
                  </a:schemeClr>
                </a:solidFill>
              </a:defRPr>
            </a:lvl4pPr>
            <a:lvl5pPr>
              <a:lnSpc>
                <a:spcPct val="90000"/>
              </a:lnSpc>
              <a:defRPr sz="27600" cap="all" spc="828">
                <a:solidFill>
                  <a:schemeClr val="accent1">
                    <a:satOff val="36598"/>
                    <a:lumOff val="-17227"/>
                  </a:schemeClr>
                </a:solidFill>
              </a:defRPr>
            </a:lvl5pPr>
          </a:lstStyle>
          <a:p>
            <a:r>
              <a:t>Dichiarazione</a:t>
            </a:r>
          </a:p>
          <a:p>
            <a:pPr lvl="1"/>
            <a:endParaRPr/>
          </a:p>
          <a:p>
            <a:pPr lvl="2"/>
            <a:endParaRPr/>
          </a:p>
          <a:p>
            <a:pPr lvl="3"/>
            <a:endParaRPr/>
          </a:p>
          <a:p>
            <a:pPr lvl="4"/>
            <a:endParaRPr/>
          </a:p>
        </p:txBody>
      </p:sp>
      <p:sp>
        <p:nvSpPr>
          <p:cNvPr id="118" name="Linea"/>
          <p:cNvSpPr/>
          <p:nvPr/>
        </p:nvSpPr>
        <p:spPr>
          <a:xfrm>
            <a:off x="951808" y="14069913"/>
            <a:ext cx="28360484"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19" name="Linea"/>
          <p:cNvSpPr/>
          <p:nvPr/>
        </p:nvSpPr>
        <p:spPr>
          <a:xfrm>
            <a:off x="939817" y="28530909"/>
            <a:ext cx="28376244"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20"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Informazione importante">
    <p:bg>
      <p:bgPr>
        <a:solidFill>
          <a:srgbClr val="F3F5B1"/>
        </a:solidFill>
        <a:effectLst/>
      </p:bgPr>
    </p:bg>
    <p:spTree>
      <p:nvGrpSpPr>
        <p:cNvPr id="1" name=""/>
        <p:cNvGrpSpPr/>
        <p:nvPr/>
      </p:nvGrpSpPr>
      <p:grpSpPr>
        <a:xfrm>
          <a:off x="0" y="0"/>
          <a:ext cx="0" cy="0"/>
          <a:chOff x="0" y="0"/>
          <a:chExt cx="0" cy="0"/>
        </a:xfrm>
      </p:grpSpPr>
      <p:sp>
        <p:nvSpPr>
          <p:cNvPr id="127" name="Corpo livello uno…"/>
          <p:cNvSpPr txBox="1">
            <a:spLocks noGrp="1"/>
          </p:cNvSpPr>
          <p:nvPr>
            <p:ph type="body" sz="quarter" idx="1" hasCustomPrompt="1"/>
          </p:nvPr>
        </p:nvSpPr>
        <p:spPr>
          <a:xfrm>
            <a:off x="2585058" y="14761584"/>
            <a:ext cx="25078222" cy="8504696"/>
          </a:xfrm>
          <a:prstGeom prst="rect">
            <a:avLst/>
          </a:prstGeom>
        </p:spPr>
        <p:txBody>
          <a:bodyPr/>
          <a:lstStyle>
            <a:lvl1pPr>
              <a:lnSpc>
                <a:spcPct val="90000"/>
              </a:lnSpc>
              <a:defRPr sz="77600" cap="all" spc="2328">
                <a:solidFill>
                  <a:schemeClr val="accent1">
                    <a:satOff val="36598"/>
                    <a:lumOff val="-17227"/>
                  </a:schemeClr>
                </a:solidFill>
              </a:defRPr>
            </a:lvl1pPr>
            <a:lvl2pPr>
              <a:lnSpc>
                <a:spcPct val="90000"/>
              </a:lnSpc>
              <a:defRPr sz="77600" cap="all" spc="2328">
                <a:solidFill>
                  <a:schemeClr val="accent1">
                    <a:satOff val="36598"/>
                    <a:lumOff val="-17227"/>
                  </a:schemeClr>
                </a:solidFill>
              </a:defRPr>
            </a:lvl2pPr>
            <a:lvl3pPr>
              <a:lnSpc>
                <a:spcPct val="90000"/>
              </a:lnSpc>
              <a:defRPr sz="77600" cap="all" spc="2328">
                <a:solidFill>
                  <a:schemeClr val="accent1">
                    <a:satOff val="36598"/>
                    <a:lumOff val="-17227"/>
                  </a:schemeClr>
                </a:solidFill>
              </a:defRPr>
            </a:lvl3pPr>
            <a:lvl4pPr>
              <a:lnSpc>
                <a:spcPct val="90000"/>
              </a:lnSpc>
              <a:defRPr sz="77600" cap="all" spc="2328">
                <a:solidFill>
                  <a:schemeClr val="accent1">
                    <a:satOff val="36598"/>
                    <a:lumOff val="-17227"/>
                  </a:schemeClr>
                </a:solidFill>
              </a:defRPr>
            </a:lvl4pPr>
            <a:lvl5pPr>
              <a:lnSpc>
                <a:spcPct val="90000"/>
              </a:lnSpc>
              <a:defRPr sz="77600" cap="all" spc="2328">
                <a:solidFill>
                  <a:schemeClr val="accent1">
                    <a:satOff val="36598"/>
                    <a:lumOff val="-17227"/>
                  </a:schemeClr>
                </a:solidFill>
              </a:defRPr>
            </a:lvl5pPr>
          </a:lstStyle>
          <a:p>
            <a:r>
              <a:t>100%</a:t>
            </a:r>
          </a:p>
          <a:p>
            <a:pPr lvl="1"/>
            <a:endParaRPr/>
          </a:p>
          <a:p>
            <a:pPr lvl="2"/>
            <a:endParaRPr/>
          </a:p>
          <a:p>
            <a:pPr lvl="3"/>
            <a:endParaRPr/>
          </a:p>
          <a:p>
            <a:pPr lvl="4"/>
            <a:endParaRPr/>
          </a:p>
        </p:txBody>
      </p:sp>
      <p:sp>
        <p:nvSpPr>
          <p:cNvPr id="128" name="Dettagli informazione"/>
          <p:cNvSpPr txBox="1">
            <a:spLocks noGrp="1"/>
          </p:cNvSpPr>
          <p:nvPr>
            <p:ph type="body" sz="quarter" idx="21" hasCustomPrompt="1"/>
          </p:nvPr>
        </p:nvSpPr>
        <p:spPr>
          <a:xfrm>
            <a:off x="2585058" y="23323269"/>
            <a:ext cx="25078222" cy="861424"/>
          </a:xfrm>
          <a:prstGeom prst="rect">
            <a:avLst/>
          </a:prstGeom>
        </p:spPr>
        <p:txBody>
          <a:bodyPr anchor="t"/>
          <a:lstStyle>
            <a:lvl1pPr defTabSz="765626">
              <a:defRPr sz="4452" spc="133">
                <a:solidFill>
                  <a:schemeClr val="accent1"/>
                </a:solidFill>
              </a:defRPr>
            </a:lvl1pPr>
          </a:lstStyle>
          <a:p>
            <a:r>
              <a:t>Dettagli informazione</a:t>
            </a:r>
          </a:p>
        </p:txBody>
      </p:sp>
      <p:sp>
        <p:nvSpPr>
          <p:cNvPr id="129" name="Linea"/>
          <p:cNvSpPr/>
          <p:nvPr/>
        </p:nvSpPr>
        <p:spPr>
          <a:xfrm flipV="1">
            <a:off x="945752" y="14069913"/>
            <a:ext cx="28372596"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30" name="Linea"/>
          <p:cNvSpPr/>
          <p:nvPr/>
        </p:nvSpPr>
        <p:spPr>
          <a:xfrm>
            <a:off x="951808" y="28524175"/>
            <a:ext cx="28360484" cy="1"/>
          </a:xfrm>
          <a:prstGeom prst="line">
            <a:avLst/>
          </a:prstGeom>
          <a:ln w="63500">
            <a:solidFill>
              <a:schemeClr val="accent1"/>
            </a:solidFill>
            <a:miter lim="400000"/>
          </a:ln>
        </p:spPr>
        <p:txBody>
          <a:bodyPr lIns="63050" tIns="63050" rIns="63050" bIns="63050" anchor="ctr"/>
          <a:lstStyle/>
          <a:p>
            <a:pPr defTabSz="2575865">
              <a:defRPr sz="9600" spc="0">
                <a:solidFill>
                  <a:srgbClr val="000000"/>
                </a:solidFill>
              </a:defRPr>
            </a:pPr>
            <a:endParaRPr/>
          </a:p>
        </p:txBody>
      </p:sp>
      <p:sp>
        <p:nvSpPr>
          <p:cNvPr id="131"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zione">
    <p:bg>
      <p:bgPr>
        <a:solidFill>
          <a:srgbClr val="FFCBC5"/>
        </a:solidFill>
        <a:effectLst/>
      </p:bgPr>
    </p:bg>
    <p:spTree>
      <p:nvGrpSpPr>
        <p:cNvPr id="1" name=""/>
        <p:cNvGrpSpPr/>
        <p:nvPr/>
      </p:nvGrpSpPr>
      <p:grpSpPr>
        <a:xfrm>
          <a:off x="0" y="0"/>
          <a:ext cx="0" cy="0"/>
          <a:chOff x="0" y="0"/>
          <a:chExt cx="0" cy="0"/>
        </a:xfrm>
      </p:grpSpPr>
      <p:sp>
        <p:nvSpPr>
          <p:cNvPr id="138" name="Attribuzione"/>
          <p:cNvSpPr txBox="1">
            <a:spLocks noGrp="1"/>
          </p:cNvSpPr>
          <p:nvPr>
            <p:ph type="body" sz="quarter" idx="21" hasCustomPrompt="1"/>
          </p:nvPr>
        </p:nvSpPr>
        <p:spPr>
          <a:xfrm>
            <a:off x="2592054" y="27006453"/>
            <a:ext cx="25079992" cy="877030"/>
          </a:xfrm>
          <a:prstGeom prst="rect">
            <a:avLst/>
          </a:prstGeom>
        </p:spPr>
        <p:txBody>
          <a:bodyPr anchor="t"/>
          <a:lstStyle>
            <a:lvl1pPr defTabSz="783855">
              <a:defRPr sz="4558" spc="136">
                <a:solidFill>
                  <a:schemeClr val="accent1"/>
                </a:solidFill>
              </a:defRPr>
            </a:lvl1pPr>
          </a:lstStyle>
          <a:p>
            <a:r>
              <a:t>Attribuzione</a:t>
            </a:r>
          </a:p>
        </p:txBody>
      </p:sp>
      <p:sp>
        <p:nvSpPr>
          <p:cNvPr id="139" name="Linea"/>
          <p:cNvSpPr/>
          <p:nvPr/>
        </p:nvSpPr>
        <p:spPr>
          <a:xfrm flipV="1">
            <a:off x="945752" y="14069913"/>
            <a:ext cx="28372596" cy="1"/>
          </a:xfrm>
          <a:prstGeom prst="line">
            <a:avLst/>
          </a:prstGeom>
          <a:ln w="63500">
            <a:solidFill>
              <a:schemeClr val="accent1">
                <a:satOff val="36598"/>
                <a:lumOff val="-17227"/>
              </a:schemeClr>
            </a:solidFill>
            <a:miter lim="400000"/>
          </a:ln>
        </p:spPr>
        <p:txBody>
          <a:bodyPr lIns="63050" tIns="63050" rIns="63050" bIns="63050" anchor="ctr"/>
          <a:lstStyle/>
          <a:p>
            <a:pPr defTabSz="2575865">
              <a:defRPr sz="9600" spc="0">
                <a:solidFill>
                  <a:srgbClr val="000000"/>
                </a:solidFill>
              </a:defRPr>
            </a:pPr>
            <a:endParaRPr/>
          </a:p>
        </p:txBody>
      </p:sp>
      <p:sp>
        <p:nvSpPr>
          <p:cNvPr id="140" name="Linea"/>
          <p:cNvSpPr/>
          <p:nvPr/>
        </p:nvSpPr>
        <p:spPr>
          <a:xfrm>
            <a:off x="945752" y="28524175"/>
            <a:ext cx="28372596" cy="1"/>
          </a:xfrm>
          <a:prstGeom prst="line">
            <a:avLst/>
          </a:prstGeom>
          <a:ln w="63500">
            <a:solidFill>
              <a:schemeClr val="accent1">
                <a:satOff val="36598"/>
                <a:lumOff val="-17227"/>
              </a:schemeClr>
            </a:solidFill>
            <a:miter lim="400000"/>
          </a:ln>
        </p:spPr>
        <p:txBody>
          <a:bodyPr lIns="63050" tIns="63050" rIns="63050" bIns="63050" anchor="ctr"/>
          <a:lstStyle/>
          <a:p>
            <a:pPr defTabSz="2575865">
              <a:defRPr sz="9600" spc="0">
                <a:solidFill>
                  <a:srgbClr val="000000"/>
                </a:solidFill>
              </a:defRPr>
            </a:pPr>
            <a:endParaRPr/>
          </a:p>
        </p:txBody>
      </p:sp>
      <p:sp>
        <p:nvSpPr>
          <p:cNvPr id="141" name="Corpo livello uno…"/>
          <p:cNvSpPr txBox="1">
            <a:spLocks noGrp="1"/>
          </p:cNvSpPr>
          <p:nvPr>
            <p:ph type="body" sz="quarter" idx="1" hasCustomPrompt="1"/>
          </p:nvPr>
        </p:nvSpPr>
        <p:spPr>
          <a:xfrm>
            <a:off x="2592054" y="18223247"/>
            <a:ext cx="25079993" cy="5832145"/>
          </a:xfrm>
          <a:prstGeom prst="rect">
            <a:avLst/>
          </a:prstGeom>
        </p:spPr>
        <p:txBody>
          <a:bodyPr anchor="ctr"/>
          <a:lstStyle>
            <a:lvl1pPr>
              <a:lnSpc>
                <a:spcPct val="90000"/>
              </a:lnSpc>
              <a:defRPr sz="29400" cap="all" spc="587">
                <a:solidFill>
                  <a:schemeClr val="accent1">
                    <a:satOff val="36598"/>
                    <a:lumOff val="-17227"/>
                  </a:schemeClr>
                </a:solidFill>
              </a:defRPr>
            </a:lvl1pPr>
            <a:lvl2pPr>
              <a:lnSpc>
                <a:spcPct val="90000"/>
              </a:lnSpc>
              <a:defRPr sz="29400" cap="all" spc="587">
                <a:solidFill>
                  <a:schemeClr val="accent1">
                    <a:satOff val="36598"/>
                    <a:lumOff val="-17227"/>
                  </a:schemeClr>
                </a:solidFill>
              </a:defRPr>
            </a:lvl2pPr>
            <a:lvl3pPr>
              <a:lnSpc>
                <a:spcPct val="90000"/>
              </a:lnSpc>
              <a:defRPr sz="29400" cap="all" spc="587">
                <a:solidFill>
                  <a:schemeClr val="accent1">
                    <a:satOff val="36598"/>
                    <a:lumOff val="-17227"/>
                  </a:schemeClr>
                </a:solidFill>
              </a:defRPr>
            </a:lvl3pPr>
            <a:lvl4pPr>
              <a:lnSpc>
                <a:spcPct val="90000"/>
              </a:lnSpc>
              <a:defRPr sz="29400" cap="all" spc="587">
                <a:solidFill>
                  <a:schemeClr val="accent1">
                    <a:satOff val="36598"/>
                    <a:lumOff val="-17227"/>
                  </a:schemeClr>
                </a:solidFill>
              </a:defRPr>
            </a:lvl4pPr>
            <a:lvl5pPr>
              <a:lnSpc>
                <a:spcPct val="90000"/>
              </a:lnSpc>
              <a:defRPr sz="29400" cap="all" spc="587">
                <a:solidFill>
                  <a:schemeClr val="accent1">
                    <a:satOff val="36598"/>
                    <a:lumOff val="-17227"/>
                  </a:schemeClr>
                </a:solidFill>
              </a:defRPr>
            </a:lvl5pPr>
          </a:lstStyle>
          <a:p>
            <a:r>
              <a:t>“Citazione degna di nota”</a:t>
            </a:r>
          </a:p>
          <a:p>
            <a:pPr lvl="1"/>
            <a:endParaRPr/>
          </a:p>
          <a:p>
            <a:pPr lvl="2"/>
            <a:endParaRPr/>
          </a:p>
          <a:p>
            <a:pPr lvl="3"/>
            <a:endParaRPr/>
          </a:p>
          <a:p>
            <a:pPr lvl="4"/>
            <a:endParaRPr/>
          </a:p>
        </p:txBody>
      </p:sp>
      <p:sp>
        <p:nvSpPr>
          <p:cNvPr id="142"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Foto - 3 per pagina">
    <p:bg>
      <p:bgPr>
        <a:solidFill>
          <a:srgbClr val="FFF5F2"/>
        </a:solidFill>
        <a:effectLst/>
      </p:bgPr>
    </p:bg>
    <p:spTree>
      <p:nvGrpSpPr>
        <p:cNvPr id="1" name=""/>
        <p:cNvGrpSpPr/>
        <p:nvPr/>
      </p:nvGrpSpPr>
      <p:grpSpPr>
        <a:xfrm>
          <a:off x="0" y="0"/>
          <a:ext cx="0" cy="0"/>
          <a:chOff x="0" y="0"/>
          <a:chExt cx="0" cy="0"/>
        </a:xfrm>
      </p:grpSpPr>
      <p:sp>
        <p:nvSpPr>
          <p:cNvPr id="149" name="Macchina da scrivere rosa su una cassettiera a tre cassetti del medesimo colore di fronte a una parete rosa"/>
          <p:cNvSpPr>
            <a:spLocks noGrp="1"/>
          </p:cNvSpPr>
          <p:nvPr>
            <p:ph type="pic" sz="half" idx="21"/>
          </p:nvPr>
        </p:nvSpPr>
        <p:spPr>
          <a:xfrm>
            <a:off x="-756603" y="13423648"/>
            <a:ext cx="26702932" cy="15021714"/>
          </a:xfrm>
          <a:prstGeom prst="rect">
            <a:avLst/>
          </a:prstGeom>
          <a:ln w="101600">
            <a:solidFill>
              <a:srgbClr val="FFFFFF"/>
            </a:solidFill>
          </a:ln>
        </p:spPr>
        <p:txBody>
          <a:bodyPr lIns="91439" tIns="45719" rIns="91439" bIns="45719" anchor="t">
            <a:noAutofit/>
          </a:bodyPr>
          <a:lstStyle/>
          <a:p>
            <a:endParaRPr/>
          </a:p>
        </p:txBody>
      </p:sp>
      <p:sp>
        <p:nvSpPr>
          <p:cNvPr id="150" name="Audiocassetta turchese acceso su sfondo rosa"/>
          <p:cNvSpPr>
            <a:spLocks noGrp="1"/>
          </p:cNvSpPr>
          <p:nvPr>
            <p:ph type="pic" sz="quarter" idx="22"/>
          </p:nvPr>
        </p:nvSpPr>
        <p:spPr>
          <a:xfrm>
            <a:off x="19655902" y="12635520"/>
            <a:ext cx="9615158" cy="9615159"/>
          </a:xfrm>
          <a:prstGeom prst="rect">
            <a:avLst/>
          </a:prstGeom>
          <a:ln w="101600">
            <a:solidFill>
              <a:srgbClr val="FFFFFF"/>
            </a:solidFill>
          </a:ln>
        </p:spPr>
        <p:txBody>
          <a:bodyPr lIns="91439" tIns="45719" rIns="91439" bIns="45719" anchor="t">
            <a:noAutofit/>
          </a:bodyPr>
          <a:lstStyle/>
          <a:p>
            <a:endParaRPr/>
          </a:p>
        </p:txBody>
      </p:sp>
      <p:sp>
        <p:nvSpPr>
          <p:cNvPr id="151" name="Orologio retrò di piccole dimensioni su uno scaffale verde contro uno sfondo giallo"/>
          <p:cNvSpPr>
            <a:spLocks noGrp="1"/>
          </p:cNvSpPr>
          <p:nvPr>
            <p:ph type="pic" idx="23"/>
          </p:nvPr>
        </p:nvSpPr>
        <p:spPr>
          <a:xfrm>
            <a:off x="13366644" y="5337459"/>
            <a:ext cx="22193674" cy="29591565"/>
          </a:xfrm>
          <a:prstGeom prst="rect">
            <a:avLst/>
          </a:prstGeom>
          <a:ln w="101600">
            <a:solidFill>
              <a:srgbClr val="FFFFFF"/>
            </a:solidFill>
          </a:ln>
        </p:spPr>
        <p:txBody>
          <a:bodyPr lIns="91439" tIns="45719" rIns="91439" bIns="45719" anchor="t">
            <a:noAutofit/>
          </a:bodyPr>
          <a:lstStyle/>
          <a:p>
            <a:endParaRPr/>
          </a:p>
        </p:txBody>
      </p:sp>
      <p:sp>
        <p:nvSpPr>
          <p:cNvPr id="152"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FFF5F2"/>
        </a:solidFill>
        <a:effectLst/>
      </p:bgPr>
    </p:bg>
    <p:spTree>
      <p:nvGrpSpPr>
        <p:cNvPr id="1" name=""/>
        <p:cNvGrpSpPr/>
        <p:nvPr/>
      </p:nvGrpSpPr>
      <p:grpSpPr>
        <a:xfrm>
          <a:off x="0" y="0"/>
          <a:ext cx="0" cy="0"/>
          <a:chOff x="0" y="0"/>
          <a:chExt cx="0" cy="0"/>
        </a:xfrm>
      </p:grpSpPr>
      <p:sp>
        <p:nvSpPr>
          <p:cNvPr id="159" name="Quattro televisori vintage in rosa, blu, arancione e verde fluo"/>
          <p:cNvSpPr>
            <a:spLocks noGrp="1"/>
          </p:cNvSpPr>
          <p:nvPr>
            <p:ph type="pic" sz="half" idx="21"/>
          </p:nvPr>
        </p:nvSpPr>
        <p:spPr>
          <a:xfrm>
            <a:off x="943536" y="13234497"/>
            <a:ext cx="28377103" cy="15969460"/>
          </a:xfrm>
          <a:prstGeom prst="rect">
            <a:avLst/>
          </a:prstGeom>
          <a:ln w="101600">
            <a:solidFill>
              <a:srgbClr val="FFFFFF"/>
            </a:solidFill>
          </a:ln>
        </p:spPr>
        <p:txBody>
          <a:bodyPr lIns="91439" tIns="45719" rIns="91439" bIns="45719" anchor="t">
            <a:noAutofit/>
          </a:bodyPr>
          <a:lstStyle/>
          <a:p>
            <a:endParaRPr/>
          </a:p>
        </p:txBody>
      </p:sp>
      <p:sp>
        <p:nvSpPr>
          <p:cNvPr id="160"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Vuota">
    <p:bg>
      <p:bgPr>
        <a:solidFill>
          <a:srgbClr val="FFF5F2"/>
        </a:solidFill>
        <a:effectLst/>
      </p:bgPr>
    </p:bg>
    <p:spTree>
      <p:nvGrpSpPr>
        <p:cNvPr id="1" name=""/>
        <p:cNvGrpSpPr/>
        <p:nvPr/>
      </p:nvGrpSpPr>
      <p:grpSpPr>
        <a:xfrm>
          <a:off x="0" y="0"/>
          <a:ext cx="0" cy="0"/>
          <a:chOff x="0" y="0"/>
          <a:chExt cx="0" cy="0"/>
        </a:xfrm>
      </p:grpSpPr>
      <p:sp>
        <p:nvSpPr>
          <p:cNvPr id="167" name="Numero diapositiva"/>
          <p:cNvSpPr txBox="1">
            <a:spLocks noGrp="1"/>
          </p:cNvSpPr>
          <p:nvPr>
            <p:ph type="sldNum" sz="quarter" idx="2"/>
          </p:nvPr>
        </p:nvSpPr>
        <p:spPr>
          <a:xfrm>
            <a:off x="14604187" y="28193294"/>
            <a:ext cx="1071489" cy="1273165"/>
          </a:xfrm>
          <a:prstGeom prst="rect">
            <a:avLst/>
          </a:prstGeom>
        </p:spPr>
        <p:txBody>
          <a:bodyPr/>
          <a:lstStyle>
            <a:lvl1pPr>
              <a:defRPr>
                <a:solidFill>
                  <a:srgbClr val="5E5E5E"/>
                </a:solidFill>
              </a:defRPr>
            </a:lvl1p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olo presentazione"/>
          <p:cNvSpPr txBox="1">
            <a:spLocks noGrp="1"/>
          </p:cNvSpPr>
          <p:nvPr>
            <p:ph type="title" hasCustomPrompt="1"/>
          </p:nvPr>
        </p:nvSpPr>
        <p:spPr>
          <a:xfrm>
            <a:off x="2585058" y="18972066"/>
            <a:ext cx="25078222" cy="485486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ormAutofit/>
          </a:bodyPr>
          <a:lstStyle/>
          <a:p>
            <a:r>
              <a:t>Titolo presentazione</a:t>
            </a:r>
          </a:p>
        </p:txBody>
      </p:sp>
      <p:sp>
        <p:nvSpPr>
          <p:cNvPr id="3" name="Corpo livello uno…"/>
          <p:cNvSpPr txBox="1">
            <a:spLocks noGrp="1"/>
          </p:cNvSpPr>
          <p:nvPr>
            <p:ph type="body" idx="1" hasCustomPrompt="1"/>
          </p:nvPr>
        </p:nvSpPr>
        <p:spPr>
          <a:xfrm>
            <a:off x="2585058" y="17226364"/>
            <a:ext cx="25078222" cy="200389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b">
            <a:normAutofit/>
          </a:bodyPr>
          <a:lstStyle/>
          <a:p>
            <a:r>
              <a:t>Sottotitolo presentazione</a:t>
            </a:r>
          </a:p>
          <a:p>
            <a:pPr lvl="1"/>
            <a:endParaRPr/>
          </a:p>
          <a:p>
            <a:pPr lvl="2"/>
            <a:endParaRPr/>
          </a:p>
          <a:p>
            <a:pPr lvl="3"/>
            <a:endParaRPr/>
          </a:p>
          <a:p>
            <a:pPr lvl="4"/>
            <a:endParaRPr/>
          </a:p>
        </p:txBody>
      </p:sp>
      <p:sp>
        <p:nvSpPr>
          <p:cNvPr id="4" name="Numero diapositiva"/>
          <p:cNvSpPr txBox="1">
            <a:spLocks noGrp="1"/>
          </p:cNvSpPr>
          <p:nvPr>
            <p:ph type="sldNum" sz="quarter" idx="2"/>
          </p:nvPr>
        </p:nvSpPr>
        <p:spPr>
          <a:xfrm>
            <a:off x="14602296" y="28193294"/>
            <a:ext cx="1071489" cy="1273165"/>
          </a:xfrm>
          <a:prstGeom prst="rect">
            <a:avLst/>
          </a:prstGeom>
          <a:ln w="3175">
            <a:miter lim="400000"/>
          </a:ln>
        </p:spPr>
        <p:txBody>
          <a:bodyPr wrap="none" lIns="63050" tIns="63050" rIns="63050" bIns="63050" anchor="b">
            <a:spAutoFit/>
          </a:bodyPr>
          <a:lstStyle>
            <a:lvl1pPr defTabSz="1822920">
              <a:defRPr spc="0">
                <a:solidFill>
                  <a:srgbClr val="FFFFFF"/>
                </a:solidFill>
                <a:latin typeface="+mn-lt"/>
                <a:ea typeface="+mn-ea"/>
                <a:cs typeface="+mn-cs"/>
                <a:sym typeface="Graphik"/>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1pPr>
      <a:lvl2pPr marL="0" marR="0" indent="4572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2pPr>
      <a:lvl3pPr marL="0" marR="0" indent="9144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3pPr>
      <a:lvl4pPr marL="0" marR="0" indent="13716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4pPr>
      <a:lvl5pPr marL="0" marR="0" indent="18288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5pPr>
      <a:lvl6pPr marL="0" marR="0" indent="22860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6pPr>
      <a:lvl7pPr marL="0" marR="0" indent="27432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7pPr>
      <a:lvl8pPr marL="0" marR="0" indent="32004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8pPr>
      <a:lvl9pPr marL="0" marR="0" indent="3657600" algn="ctr" defTabSz="1822920" rtl="0" latinLnBrk="0">
        <a:lnSpc>
          <a:spcPct val="90000"/>
        </a:lnSpc>
        <a:spcBef>
          <a:spcPts val="0"/>
        </a:spcBef>
        <a:spcAft>
          <a:spcPts val="0"/>
        </a:spcAft>
        <a:buClrTx/>
        <a:buSzTx/>
        <a:buFontTx/>
        <a:buNone/>
        <a:tabLst/>
        <a:defRPr sz="34000" b="1" i="0" u="none" strike="noStrike" cap="all" spc="1020" baseline="0">
          <a:solidFill>
            <a:srgbClr val="FFFFFF"/>
          </a:solidFill>
          <a:uFillTx/>
          <a:latin typeface="+mn-lt"/>
          <a:ea typeface="+mn-ea"/>
          <a:cs typeface="+mn-cs"/>
          <a:sym typeface="Graphik"/>
        </a:defRPr>
      </a:lvl9pPr>
    </p:titleStyle>
    <p:bodyStyle>
      <a:lvl1pPr marL="0" marR="0" indent="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1pPr>
      <a:lvl2pPr marL="0" marR="0" indent="4572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2pPr>
      <a:lvl3pPr marL="0" marR="0" indent="9144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3pPr>
      <a:lvl4pPr marL="0" marR="0" indent="13716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4pPr>
      <a:lvl5pPr marL="0" marR="0" indent="18288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5pPr>
      <a:lvl6pPr marL="0" marR="0" indent="22860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6pPr>
      <a:lvl7pPr marL="0" marR="0" indent="27432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7pPr>
      <a:lvl8pPr marL="0" marR="0" indent="32004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8pPr>
      <a:lvl9pPr marL="0" marR="0" indent="3657600" algn="ctr" defTabSz="1822920" rtl="0" latinLnBrk="0">
        <a:lnSpc>
          <a:spcPct val="120000"/>
        </a:lnSpc>
        <a:spcBef>
          <a:spcPts val="0"/>
        </a:spcBef>
        <a:spcAft>
          <a:spcPts val="0"/>
        </a:spcAft>
        <a:buClrTx/>
        <a:buSzTx/>
        <a:buFontTx/>
        <a:buNone/>
        <a:tabLst/>
        <a:defRPr sz="10600" b="1" i="0" u="none" strike="noStrike" cap="none" spc="317" baseline="0">
          <a:solidFill>
            <a:schemeClr val="accent5"/>
          </a:solidFill>
          <a:uFillTx/>
          <a:latin typeface="+mn-lt"/>
          <a:ea typeface="+mn-ea"/>
          <a:cs typeface="+mn-cs"/>
          <a:sym typeface="Graphik"/>
        </a:defRPr>
      </a:lvl9pPr>
    </p:bodyStyle>
    <p:otherStyle>
      <a:lvl1pPr marL="0" marR="0" indent="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1pPr>
      <a:lvl2pPr marL="0" marR="0" indent="4572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2pPr>
      <a:lvl3pPr marL="0" marR="0" indent="9144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3pPr>
      <a:lvl4pPr marL="0" marR="0" indent="13716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4pPr>
      <a:lvl5pPr marL="0" marR="0" indent="18288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5pPr>
      <a:lvl6pPr marL="0" marR="0" indent="22860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6pPr>
      <a:lvl7pPr marL="0" marR="0" indent="27432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7pPr>
      <a:lvl8pPr marL="0" marR="0" indent="32004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8pPr>
      <a:lvl9pPr marL="0" marR="0" indent="3657600" algn="ctr" defTabSz="1822920" rtl="0" latinLnBrk="0">
        <a:lnSpc>
          <a:spcPct val="100000"/>
        </a:lnSpc>
        <a:spcBef>
          <a:spcPts val="0"/>
        </a:spcBef>
        <a:spcAft>
          <a:spcPts val="0"/>
        </a:spcAft>
        <a:buClrTx/>
        <a:buSzTx/>
        <a:buFontTx/>
        <a:buNone/>
        <a:tabLst/>
        <a:defRPr sz="68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177" name="Evolving Hybrid Quantum-Classical GRU Architecture for Multivariate Time Series"/>
          <p:cNvSpPr txBox="1">
            <a:spLocks noGrp="1"/>
          </p:cNvSpPr>
          <p:nvPr>
            <p:ph type="ctrTitle"/>
          </p:nvPr>
        </p:nvSpPr>
        <p:spPr>
          <a:xfrm>
            <a:off x="0" y="3099637"/>
            <a:ext cx="30347399" cy="3243733"/>
          </a:xfrm>
          <a:prstGeom prst="rect">
            <a:avLst/>
          </a:prstGeom>
        </p:spPr>
        <p:txBody>
          <a:bodyPr/>
          <a:lstStyle>
            <a:lvl1pPr defTabSz="1585940">
              <a:lnSpc>
                <a:spcPct val="80000"/>
              </a:lnSpc>
              <a:defRPr sz="9222" cap="none" spc="276">
                <a:solidFill>
                  <a:srgbClr val="B12649"/>
                </a:solidFill>
              </a:defRPr>
            </a:lvl1pPr>
          </a:lstStyle>
          <a:p>
            <a:r>
              <a:rPr lang="it-IT" dirty="0"/>
              <a:t>Quantum </a:t>
            </a:r>
            <a:r>
              <a:rPr lang="it-IT" dirty="0" err="1"/>
              <a:t>Hyperdimensional</a:t>
            </a:r>
            <a:r>
              <a:rPr lang="it-IT" dirty="0"/>
              <a:t> Computing </a:t>
            </a:r>
            <a:br>
              <a:rPr lang="it-IT" dirty="0"/>
            </a:br>
            <a:r>
              <a:rPr lang="it-IT" dirty="0"/>
              <a:t>for Pattern </a:t>
            </a:r>
            <a:r>
              <a:rPr lang="it-IT" dirty="0" err="1"/>
              <a:t>Completion</a:t>
            </a:r>
            <a:endParaRPr lang="en-US" noProof="0" dirty="0"/>
          </a:p>
        </p:txBody>
      </p:sp>
      <p:sp>
        <p:nvSpPr>
          <p:cNvPr id="179" name="Francesco Scala1, Andrea Ceschini2, Massimo Panella2, Dario Gerace1…"/>
          <p:cNvSpPr txBox="1">
            <a:spLocks noGrp="1"/>
          </p:cNvSpPr>
          <p:nvPr>
            <p:ph type="subTitle" sz="quarter" idx="1"/>
          </p:nvPr>
        </p:nvSpPr>
        <p:spPr>
          <a:xfrm>
            <a:off x="1454845" y="5317444"/>
            <a:ext cx="27269217" cy="2364384"/>
          </a:xfrm>
          <a:prstGeom prst="rect">
            <a:avLst/>
          </a:prstGeom>
        </p:spPr>
        <p:txBody>
          <a:bodyPr anchor="ctr"/>
          <a:lstStyle/>
          <a:p>
            <a:pPr defTabSz="2498589">
              <a:lnSpc>
                <a:spcPct val="100000"/>
              </a:lnSpc>
              <a:defRPr sz="3880" spc="0">
                <a:solidFill>
                  <a:schemeClr val="accent1">
                    <a:satOff val="74278"/>
                    <a:lumOff val="-33241"/>
                  </a:schemeClr>
                </a:solidFill>
              </a:defRPr>
            </a:pPr>
            <a:r>
              <a:rPr lang="en-US" b="0" noProof="0" dirty="0">
                <a:solidFill>
                  <a:srgbClr val="000000"/>
                </a:solidFill>
              </a:rPr>
              <a:t>Leonardo Lavagna</a:t>
            </a:r>
            <a:r>
              <a:rPr lang="en-US" b="0" baseline="30000" noProof="0" dirty="0">
                <a:solidFill>
                  <a:srgbClr val="000000"/>
                </a:solidFill>
              </a:rPr>
              <a:t>1</a:t>
            </a:r>
            <a:r>
              <a:rPr lang="en-US" b="0" noProof="0" dirty="0">
                <a:solidFill>
                  <a:srgbClr val="000000"/>
                </a:solidFill>
              </a:rPr>
              <a:t>,  </a:t>
            </a:r>
            <a:r>
              <a:rPr lang="en-US" noProof="0" dirty="0">
                <a:solidFill>
                  <a:srgbClr val="000000"/>
                </a:solidFill>
              </a:rPr>
              <a:t>Francesca De Falco</a:t>
            </a:r>
            <a:r>
              <a:rPr lang="en-US" baseline="30000" noProof="0" dirty="0">
                <a:solidFill>
                  <a:srgbClr val="000000"/>
                </a:solidFill>
              </a:rPr>
              <a:t>1</a:t>
            </a:r>
            <a:r>
              <a:rPr lang="en-US" b="0" noProof="0" dirty="0">
                <a:solidFill>
                  <a:srgbClr val="000000"/>
                </a:solidFill>
                <a:ea typeface="Graphik Medium"/>
                <a:cs typeface="Graphik Medium"/>
                <a:sym typeface="Graphik Medium"/>
              </a:rPr>
              <a:t>,  Massimo Panella</a:t>
            </a:r>
            <a:r>
              <a:rPr lang="en-US" b="0" baseline="30000" noProof="0" dirty="0">
                <a:solidFill>
                  <a:srgbClr val="000000"/>
                </a:solidFill>
              </a:rPr>
              <a:t>1</a:t>
            </a:r>
            <a:endParaRPr lang="en-US" b="0" baseline="31999" noProof="0" dirty="0">
              <a:solidFill>
                <a:srgbClr val="000000"/>
              </a:solidFill>
              <a:latin typeface="Graphik Medium"/>
              <a:ea typeface="Graphik Medium"/>
              <a:cs typeface="Graphik Medium"/>
              <a:sym typeface="Graphik Medium"/>
            </a:endParaRPr>
          </a:p>
          <a:p>
            <a:pPr defTabSz="2498589">
              <a:lnSpc>
                <a:spcPct val="100000"/>
              </a:lnSpc>
              <a:defRPr sz="3880" spc="0">
                <a:solidFill>
                  <a:schemeClr val="accent1">
                    <a:satOff val="74278"/>
                    <a:lumOff val="-33241"/>
                  </a:schemeClr>
                </a:solidFill>
              </a:defRPr>
            </a:pPr>
            <a:r>
              <a:rPr lang="en-US" b="0" noProof="0" dirty="0">
                <a:solidFill>
                  <a:srgbClr val="000000"/>
                </a:solidFill>
              </a:rPr>
              <a:t>1. Dept. of Information Engineering, Electronics and Telecommunications (DIET), University of Rome “La Sapienza”, Italy</a:t>
            </a:r>
          </a:p>
        </p:txBody>
      </p:sp>
      <p:sp>
        <p:nvSpPr>
          <p:cNvPr id="182" name="Rettangolo arrotondato"/>
          <p:cNvSpPr/>
          <p:nvPr/>
        </p:nvSpPr>
        <p:spPr>
          <a:xfrm>
            <a:off x="1319380" y="7895389"/>
            <a:ext cx="27624395" cy="5466772"/>
          </a:xfrm>
          <a:prstGeom prst="roundRect">
            <a:avLst>
              <a:gd name="adj" fmla="val 3506"/>
            </a:avLst>
          </a:prstGeom>
          <a:solidFill>
            <a:srgbClr val="FFFFFF"/>
          </a:solidFill>
          <a:ln w="76200">
            <a:solidFill>
              <a:srgbClr val="B12649"/>
            </a:solidFill>
          </a:ln>
        </p:spPr>
        <p:style>
          <a:lnRef idx="2">
            <a:schemeClr val="dk1"/>
          </a:lnRef>
          <a:fillRef idx="1">
            <a:schemeClr val="lt1"/>
          </a:fillRef>
          <a:effectRef idx="0">
            <a:schemeClr val="dk1"/>
          </a:effectRef>
          <a:fontRef idx="minor">
            <a:schemeClr val="dk1"/>
          </a:fontRef>
        </p:style>
        <p:txBody>
          <a:bodyPr lIns="63050" tIns="63050" rIns="63050" bIns="63050" anchor="ctr"/>
          <a:lstStyle/>
          <a:p>
            <a:pPr defTabSz="2575865">
              <a:defRPr sz="9600" spc="0">
                <a:solidFill>
                  <a:srgbClr val="FFFFFF"/>
                </a:solidFill>
              </a:defRPr>
            </a:pPr>
            <a:endParaRPr lang="en-US" noProof="0" dirty="0"/>
          </a:p>
        </p:txBody>
      </p:sp>
      <p:sp>
        <p:nvSpPr>
          <p:cNvPr id="186" name="OVERVIEW"/>
          <p:cNvSpPr txBox="1"/>
          <p:nvPr/>
        </p:nvSpPr>
        <p:spPr>
          <a:xfrm rot="16200000">
            <a:off x="-955916" y="10209023"/>
            <a:ext cx="3277345" cy="88238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lvl1pPr defTabSz="2575865">
              <a:defRPr sz="4500" b="1" spc="0">
                <a:solidFill>
                  <a:srgbClr val="B12649"/>
                </a:solidFill>
                <a:latin typeface="+mn-lt"/>
                <a:ea typeface="+mn-ea"/>
                <a:cs typeface="+mn-cs"/>
                <a:sym typeface="Graphik"/>
              </a:defRPr>
            </a:lvl1pPr>
          </a:lstStyle>
          <a:p>
            <a:r>
              <a:rPr lang="en-US" noProof="0" dirty="0"/>
              <a:t>OVERVIEW</a:t>
            </a:r>
          </a:p>
        </p:txBody>
      </p:sp>
      <p:sp>
        <p:nvSpPr>
          <p:cNvPr id="187" name="OVERFITTING and DROPOUT"/>
          <p:cNvSpPr txBox="1"/>
          <p:nvPr/>
        </p:nvSpPr>
        <p:spPr>
          <a:xfrm rot="16200000">
            <a:off x="-3772327" y="18217852"/>
            <a:ext cx="8910167" cy="81982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3050" tIns="63050" rIns="63050" bIns="63050" anchor="ctr">
            <a:spAutoFit/>
          </a:bodyPr>
          <a:lstStyle>
            <a:lvl1pPr defTabSz="2575865">
              <a:defRPr sz="4500" b="1" spc="0">
                <a:solidFill>
                  <a:srgbClr val="B12649"/>
                </a:solidFill>
                <a:latin typeface="+mn-lt"/>
                <a:ea typeface="+mn-ea"/>
                <a:cs typeface="+mn-cs"/>
                <a:sym typeface="Graphik"/>
              </a:defRPr>
            </a:lvl1pPr>
          </a:lstStyle>
          <a:p>
            <a:r>
              <a:rPr lang="en-US" noProof="0" dirty="0"/>
              <a:t>FRAMEWORK</a:t>
            </a:r>
          </a:p>
        </p:txBody>
      </p:sp>
      <p:sp>
        <p:nvSpPr>
          <p:cNvPr id="188" name="RESULTS"/>
          <p:cNvSpPr txBox="1"/>
          <p:nvPr/>
        </p:nvSpPr>
        <p:spPr>
          <a:xfrm rot="16200000">
            <a:off x="-2786580" y="31339617"/>
            <a:ext cx="6938673" cy="882387"/>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lvl1pPr defTabSz="2575865">
              <a:defRPr sz="4500" b="1" spc="0">
                <a:solidFill>
                  <a:srgbClr val="B12649"/>
                </a:solidFill>
                <a:latin typeface="+mn-lt"/>
                <a:ea typeface="+mn-ea"/>
                <a:cs typeface="+mn-cs"/>
                <a:sym typeface="Graphik"/>
              </a:defRPr>
            </a:lvl1pPr>
          </a:lstStyle>
          <a:p>
            <a:r>
              <a:rPr lang="en-US" noProof="0" dirty="0"/>
              <a:t>RESULTS</a:t>
            </a:r>
          </a:p>
        </p:txBody>
      </p:sp>
      <p:sp>
        <p:nvSpPr>
          <p:cNvPr id="191" name="Framework…"/>
          <p:cNvSpPr txBox="1"/>
          <p:nvPr/>
        </p:nvSpPr>
        <p:spPr>
          <a:xfrm>
            <a:off x="3433600" y="8337442"/>
            <a:ext cx="11294438" cy="252798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p>
            <a:pPr algn="l">
              <a:defRPr sz="2500" b="1" spc="50">
                <a:latin typeface="+mn-lt"/>
                <a:ea typeface="+mn-ea"/>
                <a:cs typeface="+mn-cs"/>
                <a:sym typeface="Graphik"/>
              </a:defRPr>
            </a:pPr>
            <a:r>
              <a:rPr lang="en-US" sz="2600" noProof="0" dirty="0">
                <a:solidFill>
                  <a:srgbClr val="000000"/>
                </a:solidFill>
              </a:rPr>
              <a:t>Framework</a:t>
            </a:r>
          </a:p>
          <a:p>
            <a:pPr algn="l">
              <a:defRPr sz="2500" spc="50"/>
            </a:pPr>
            <a:r>
              <a:rPr lang="en-US" sz="2600" dirty="0">
                <a:solidFill>
                  <a:srgbClr val="000000"/>
                </a:solidFill>
              </a:rPr>
              <a:t>- Pattern completion is a key task in computational learning and symbolic reasoning, involving the inference of missing parts of a structured input under certain constraints [1]</a:t>
            </a:r>
          </a:p>
          <a:p>
            <a:pPr algn="l">
              <a:defRPr sz="2500" spc="50"/>
            </a:pPr>
            <a:r>
              <a:rPr lang="en-US" sz="2600" dirty="0">
                <a:solidFill>
                  <a:srgbClr val="000000"/>
                </a:solidFill>
              </a:rPr>
              <a:t>- Classical methods work well for regular patterns but lose effectiveness as pattern structures become more complex or irregular.</a:t>
            </a:r>
            <a:endParaRPr lang="en-US" sz="2600" noProof="0" dirty="0">
              <a:solidFill>
                <a:srgbClr val="000000"/>
              </a:solidFill>
            </a:endParaRPr>
          </a:p>
        </p:txBody>
      </p:sp>
      <p:sp>
        <p:nvSpPr>
          <p:cNvPr id="192" name="Cerchio"/>
          <p:cNvSpPr/>
          <p:nvPr/>
        </p:nvSpPr>
        <p:spPr>
          <a:xfrm>
            <a:off x="1791554" y="8618983"/>
            <a:ext cx="1524001" cy="1524001"/>
          </a:xfrm>
          <a:prstGeom prst="ellipse">
            <a:avLst/>
          </a:prstGeom>
          <a:solidFill>
            <a:schemeClr val="accent4">
              <a:hueOff val="265598"/>
              <a:satOff val="58489"/>
              <a:lumOff val="29694"/>
            </a:schemeClr>
          </a:solidFill>
          <a:ln w="3175">
            <a:miter lim="400000"/>
          </a:ln>
        </p:spPr>
        <p:txBody>
          <a:bodyPr lIns="63050" tIns="63050" rIns="63050" bIns="63050" anchor="ctr"/>
          <a:lstStyle/>
          <a:p>
            <a:pPr defTabSz="2575865">
              <a:defRPr sz="9600" spc="0">
                <a:solidFill>
                  <a:srgbClr val="000000"/>
                </a:solidFill>
              </a:defRPr>
            </a:pPr>
            <a:endParaRPr lang="en-US" noProof="0" dirty="0"/>
          </a:p>
        </p:txBody>
      </p:sp>
      <p:sp>
        <p:nvSpPr>
          <p:cNvPr id="193" name="Technique…"/>
          <p:cNvSpPr txBox="1"/>
          <p:nvPr/>
        </p:nvSpPr>
        <p:spPr>
          <a:xfrm>
            <a:off x="3434400" y="11180315"/>
            <a:ext cx="11295971" cy="172777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p>
            <a:pPr algn="l">
              <a:defRPr sz="2500" b="1" spc="50">
                <a:latin typeface="+mn-lt"/>
                <a:ea typeface="+mn-ea"/>
                <a:cs typeface="+mn-cs"/>
                <a:sym typeface="Graphik"/>
              </a:defRPr>
            </a:pPr>
            <a:r>
              <a:rPr lang="en-US" sz="2600" noProof="0" dirty="0">
                <a:solidFill>
                  <a:srgbClr val="000000"/>
                </a:solidFill>
              </a:rPr>
              <a:t>Technique</a:t>
            </a:r>
          </a:p>
          <a:p>
            <a:pPr marL="171450" indent="-171450" algn="l">
              <a:defRPr sz="2500" spc="50"/>
            </a:pPr>
            <a:r>
              <a:rPr lang="en-US" sz="2600" noProof="0" dirty="0">
                <a:solidFill>
                  <a:srgbClr val="000000"/>
                </a:solidFill>
              </a:rPr>
              <a:t>-</a:t>
            </a:r>
            <a:r>
              <a:rPr lang="en-US" sz="2600" dirty="0">
                <a:solidFill>
                  <a:srgbClr val="000000"/>
                </a:solidFill>
              </a:rPr>
              <a:t> Quantum hyperdimensional computing models [2] represent a promising approach for addressing the pattern completion problem from a novel perspective.</a:t>
            </a:r>
            <a:endParaRPr lang="en-US" sz="2600" noProof="0" dirty="0">
              <a:solidFill>
                <a:srgbClr val="000000"/>
              </a:solidFill>
            </a:endParaRPr>
          </a:p>
        </p:txBody>
      </p:sp>
      <p:grpSp>
        <p:nvGrpSpPr>
          <p:cNvPr id="198" name="Raggruppa"/>
          <p:cNvGrpSpPr/>
          <p:nvPr/>
        </p:nvGrpSpPr>
        <p:grpSpPr>
          <a:xfrm>
            <a:off x="1770639" y="11163483"/>
            <a:ext cx="1524001" cy="1524001"/>
            <a:chOff x="0" y="0"/>
            <a:chExt cx="1524000" cy="1524000"/>
          </a:xfrm>
        </p:grpSpPr>
        <p:sp>
          <p:nvSpPr>
            <p:cNvPr id="194" name="Cerchio"/>
            <p:cNvSpPr/>
            <p:nvPr/>
          </p:nvSpPr>
          <p:spPr>
            <a:xfrm>
              <a:off x="0" y="0"/>
              <a:ext cx="1524000" cy="1524000"/>
            </a:xfrm>
            <a:prstGeom prst="ellipse">
              <a:avLst/>
            </a:prstGeom>
            <a:solidFill>
              <a:schemeClr val="accent4">
                <a:hueOff val="265598"/>
                <a:satOff val="58489"/>
                <a:lumOff val="29694"/>
              </a:schemeClr>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grpSp>
          <p:nvGrpSpPr>
            <p:cNvPr id="197" name="Raggruppa"/>
            <p:cNvGrpSpPr/>
            <p:nvPr/>
          </p:nvGrpSpPr>
          <p:grpSpPr>
            <a:xfrm>
              <a:off x="254917" y="254916"/>
              <a:ext cx="1014166" cy="1014167"/>
              <a:chOff x="0" y="0"/>
              <a:chExt cx="1014165" cy="1014165"/>
            </a:xfrm>
          </p:grpSpPr>
          <p:sp>
            <p:nvSpPr>
              <p:cNvPr id="195" name="Cacciavite"/>
              <p:cNvSpPr/>
              <p:nvPr/>
            </p:nvSpPr>
            <p:spPr>
              <a:xfrm rot="8100000">
                <a:off x="429744" y="-19475"/>
                <a:ext cx="154678" cy="105311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5748" y="0"/>
                      <a:pt x="1596" y="552"/>
                      <a:pt x="1114" y="1257"/>
                    </a:cubicBezTo>
                    <a:cubicBezTo>
                      <a:pt x="1059" y="1339"/>
                      <a:pt x="1285" y="1418"/>
                      <a:pt x="1735" y="1466"/>
                    </a:cubicBezTo>
                    <a:lnTo>
                      <a:pt x="3746" y="1682"/>
                    </a:lnTo>
                    <a:lnTo>
                      <a:pt x="1126" y="1882"/>
                    </a:lnTo>
                    <a:cubicBezTo>
                      <a:pt x="431" y="1935"/>
                      <a:pt x="0" y="2040"/>
                      <a:pt x="0" y="2155"/>
                    </a:cubicBezTo>
                    <a:lnTo>
                      <a:pt x="0" y="7347"/>
                    </a:lnTo>
                    <a:cubicBezTo>
                      <a:pt x="0" y="7449"/>
                      <a:pt x="266" y="7545"/>
                      <a:pt x="712" y="7622"/>
                    </a:cubicBezTo>
                    <a:cubicBezTo>
                      <a:pt x="2518" y="7936"/>
                      <a:pt x="3608" y="8342"/>
                      <a:pt x="3608" y="8785"/>
                    </a:cubicBezTo>
                    <a:cubicBezTo>
                      <a:pt x="3608" y="9228"/>
                      <a:pt x="2518" y="9633"/>
                      <a:pt x="712" y="9946"/>
                    </a:cubicBezTo>
                    <a:cubicBezTo>
                      <a:pt x="266" y="10024"/>
                      <a:pt x="0" y="10121"/>
                      <a:pt x="0" y="10223"/>
                    </a:cubicBezTo>
                    <a:lnTo>
                      <a:pt x="0" y="10707"/>
                    </a:lnTo>
                    <a:cubicBezTo>
                      <a:pt x="0" y="10810"/>
                      <a:pt x="563" y="10894"/>
                      <a:pt x="1264" y="10894"/>
                    </a:cubicBezTo>
                    <a:lnTo>
                      <a:pt x="8054" y="10894"/>
                    </a:lnTo>
                    <a:lnTo>
                      <a:pt x="8100" y="10894"/>
                    </a:lnTo>
                    <a:lnTo>
                      <a:pt x="8100" y="17967"/>
                    </a:lnTo>
                    <a:lnTo>
                      <a:pt x="5997" y="19664"/>
                    </a:lnTo>
                    <a:lnTo>
                      <a:pt x="8399" y="21600"/>
                    </a:lnTo>
                    <a:lnTo>
                      <a:pt x="13201" y="21600"/>
                    </a:lnTo>
                    <a:lnTo>
                      <a:pt x="15591" y="19664"/>
                    </a:lnTo>
                    <a:lnTo>
                      <a:pt x="13489" y="17967"/>
                    </a:lnTo>
                    <a:lnTo>
                      <a:pt x="13489" y="10894"/>
                    </a:lnTo>
                    <a:lnTo>
                      <a:pt x="13546" y="10894"/>
                    </a:lnTo>
                    <a:lnTo>
                      <a:pt x="20325" y="10894"/>
                    </a:lnTo>
                    <a:cubicBezTo>
                      <a:pt x="21025" y="10894"/>
                      <a:pt x="21600" y="10810"/>
                      <a:pt x="21600" y="10707"/>
                    </a:cubicBezTo>
                    <a:lnTo>
                      <a:pt x="21600" y="10223"/>
                    </a:lnTo>
                    <a:cubicBezTo>
                      <a:pt x="21600" y="10121"/>
                      <a:pt x="21334" y="10024"/>
                      <a:pt x="20888" y="9946"/>
                    </a:cubicBezTo>
                    <a:cubicBezTo>
                      <a:pt x="19082" y="9633"/>
                      <a:pt x="17992" y="9228"/>
                      <a:pt x="17992" y="8785"/>
                    </a:cubicBezTo>
                    <a:cubicBezTo>
                      <a:pt x="17992" y="8342"/>
                      <a:pt x="19082" y="7936"/>
                      <a:pt x="20888" y="7622"/>
                    </a:cubicBezTo>
                    <a:cubicBezTo>
                      <a:pt x="21333" y="7545"/>
                      <a:pt x="21600" y="7449"/>
                      <a:pt x="21600" y="7347"/>
                    </a:cubicBezTo>
                    <a:lnTo>
                      <a:pt x="21600" y="2155"/>
                    </a:lnTo>
                    <a:cubicBezTo>
                      <a:pt x="21600" y="2040"/>
                      <a:pt x="21157" y="1935"/>
                      <a:pt x="20463" y="1882"/>
                    </a:cubicBezTo>
                    <a:lnTo>
                      <a:pt x="17843" y="1682"/>
                    </a:lnTo>
                    <a:lnTo>
                      <a:pt x="19854" y="1466"/>
                    </a:lnTo>
                    <a:cubicBezTo>
                      <a:pt x="20303" y="1418"/>
                      <a:pt x="20541" y="1339"/>
                      <a:pt x="20486" y="1257"/>
                    </a:cubicBezTo>
                    <a:cubicBezTo>
                      <a:pt x="20004" y="552"/>
                      <a:pt x="15852" y="0"/>
                      <a:pt x="10800" y="0"/>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sp>
            <p:nvSpPr>
              <p:cNvPr id="196" name="Chiave inglese"/>
              <p:cNvSpPr/>
              <p:nvPr/>
            </p:nvSpPr>
            <p:spPr>
              <a:xfrm rot="2700000">
                <a:off x="347541" y="-50499"/>
                <a:ext cx="319084" cy="1115164"/>
              </a:xfrm>
              <a:custGeom>
                <a:avLst/>
                <a:gdLst/>
                <a:ahLst/>
                <a:cxnLst>
                  <a:cxn ang="0">
                    <a:pos x="wd2" y="hd2"/>
                  </a:cxn>
                  <a:cxn ang="5400000">
                    <a:pos x="wd2" y="hd2"/>
                  </a:cxn>
                  <a:cxn ang="10800000">
                    <a:pos x="wd2" y="hd2"/>
                  </a:cxn>
                  <a:cxn ang="16200000">
                    <a:pos x="wd2" y="hd2"/>
                  </a:cxn>
                </a:cxnLst>
                <a:rect l="0" t="0" r="r" b="b"/>
                <a:pathLst>
                  <a:path w="21351" h="21089" extrusionOk="0">
                    <a:moveTo>
                      <a:pt x="10495" y="1"/>
                    </a:moveTo>
                    <a:cubicBezTo>
                      <a:pt x="5537" y="237"/>
                      <a:pt x="2663" y="1178"/>
                      <a:pt x="1749" y="2267"/>
                    </a:cubicBezTo>
                    <a:cubicBezTo>
                      <a:pt x="1263" y="2301"/>
                      <a:pt x="679" y="2339"/>
                      <a:pt x="433" y="2354"/>
                    </a:cubicBezTo>
                    <a:cubicBezTo>
                      <a:pt x="-23" y="2381"/>
                      <a:pt x="-170" y="2869"/>
                      <a:pt x="241" y="2922"/>
                    </a:cubicBezTo>
                    <a:cubicBezTo>
                      <a:pt x="457" y="2950"/>
                      <a:pt x="979" y="3018"/>
                      <a:pt x="1429" y="3077"/>
                    </a:cubicBezTo>
                    <a:cubicBezTo>
                      <a:pt x="1447" y="3792"/>
                      <a:pt x="2245" y="4513"/>
                      <a:pt x="3787" y="5096"/>
                    </a:cubicBezTo>
                    <a:cubicBezTo>
                      <a:pt x="6520" y="6130"/>
                      <a:pt x="7537" y="7410"/>
                      <a:pt x="7537" y="8611"/>
                    </a:cubicBezTo>
                    <a:cubicBezTo>
                      <a:pt x="7537" y="9390"/>
                      <a:pt x="5738" y="18573"/>
                      <a:pt x="5738" y="19703"/>
                    </a:cubicBezTo>
                    <a:cubicBezTo>
                      <a:pt x="5738" y="21590"/>
                      <a:pt x="15503" y="21512"/>
                      <a:pt x="15503" y="19703"/>
                    </a:cubicBezTo>
                    <a:cubicBezTo>
                      <a:pt x="15503" y="18645"/>
                      <a:pt x="14559" y="11348"/>
                      <a:pt x="14559" y="8655"/>
                    </a:cubicBezTo>
                    <a:cubicBezTo>
                      <a:pt x="14559" y="6354"/>
                      <a:pt x="19684" y="4736"/>
                      <a:pt x="21238" y="4314"/>
                    </a:cubicBezTo>
                    <a:cubicBezTo>
                      <a:pt x="21430" y="4262"/>
                      <a:pt x="21367" y="4172"/>
                      <a:pt x="21122" y="4143"/>
                    </a:cubicBezTo>
                    <a:lnTo>
                      <a:pt x="8981" y="2738"/>
                    </a:lnTo>
                    <a:lnTo>
                      <a:pt x="7956" y="2069"/>
                    </a:lnTo>
                    <a:cubicBezTo>
                      <a:pt x="7956" y="2069"/>
                      <a:pt x="9739" y="792"/>
                      <a:pt x="10809" y="114"/>
                    </a:cubicBezTo>
                    <a:cubicBezTo>
                      <a:pt x="10903" y="55"/>
                      <a:pt x="10723" y="-10"/>
                      <a:pt x="10495" y="1"/>
                    </a:cubicBezTo>
                    <a:close/>
                    <a:moveTo>
                      <a:pt x="15555" y="549"/>
                    </a:moveTo>
                    <a:cubicBezTo>
                      <a:pt x="15455" y="559"/>
                      <a:pt x="15369" y="582"/>
                      <a:pt x="15322" y="611"/>
                    </a:cubicBezTo>
                    <a:cubicBezTo>
                      <a:pt x="14260" y="1278"/>
                      <a:pt x="12673" y="2415"/>
                      <a:pt x="12673" y="2415"/>
                    </a:cubicBezTo>
                    <a:lnTo>
                      <a:pt x="13511" y="3001"/>
                    </a:lnTo>
                    <a:lnTo>
                      <a:pt x="17977" y="3519"/>
                    </a:lnTo>
                    <a:cubicBezTo>
                      <a:pt x="18982" y="1431"/>
                      <a:pt x="16932" y="699"/>
                      <a:pt x="15869" y="554"/>
                    </a:cubicBezTo>
                    <a:cubicBezTo>
                      <a:pt x="15765" y="540"/>
                      <a:pt x="15655" y="539"/>
                      <a:pt x="15555" y="549"/>
                    </a:cubicBezTo>
                    <a:close/>
                    <a:moveTo>
                      <a:pt x="8899" y="4831"/>
                    </a:moveTo>
                    <a:cubicBezTo>
                      <a:pt x="8932" y="4832"/>
                      <a:pt x="8962" y="4838"/>
                      <a:pt x="8969" y="4849"/>
                    </a:cubicBezTo>
                    <a:lnTo>
                      <a:pt x="9190" y="5208"/>
                    </a:lnTo>
                    <a:cubicBezTo>
                      <a:pt x="9224" y="5263"/>
                      <a:pt x="9450" y="5291"/>
                      <a:pt x="9610" y="5257"/>
                    </a:cubicBezTo>
                    <a:lnTo>
                      <a:pt x="10553" y="5058"/>
                    </a:lnTo>
                    <a:cubicBezTo>
                      <a:pt x="10713" y="5025"/>
                      <a:pt x="10944" y="5050"/>
                      <a:pt x="10978" y="5106"/>
                    </a:cubicBezTo>
                    <a:lnTo>
                      <a:pt x="11176" y="5433"/>
                    </a:lnTo>
                    <a:cubicBezTo>
                      <a:pt x="11210" y="5489"/>
                      <a:pt x="11442" y="5514"/>
                      <a:pt x="11601" y="5481"/>
                    </a:cubicBezTo>
                    <a:lnTo>
                      <a:pt x="12544" y="5283"/>
                    </a:lnTo>
                    <a:cubicBezTo>
                      <a:pt x="12704" y="5250"/>
                      <a:pt x="12930" y="5276"/>
                      <a:pt x="12964" y="5331"/>
                    </a:cubicBezTo>
                    <a:lnTo>
                      <a:pt x="13168" y="5659"/>
                    </a:lnTo>
                    <a:cubicBezTo>
                      <a:pt x="13201" y="5714"/>
                      <a:pt x="13427" y="5740"/>
                      <a:pt x="13587" y="5706"/>
                    </a:cubicBezTo>
                    <a:lnTo>
                      <a:pt x="14623" y="5489"/>
                    </a:lnTo>
                    <a:cubicBezTo>
                      <a:pt x="14688" y="5476"/>
                      <a:pt x="14776" y="5494"/>
                      <a:pt x="14746" y="5516"/>
                    </a:cubicBezTo>
                    <a:lnTo>
                      <a:pt x="14134" y="5948"/>
                    </a:lnTo>
                    <a:cubicBezTo>
                      <a:pt x="14053" y="6006"/>
                      <a:pt x="13820" y="6034"/>
                      <a:pt x="13616" y="6011"/>
                    </a:cubicBezTo>
                    <a:lnTo>
                      <a:pt x="8422" y="5423"/>
                    </a:lnTo>
                    <a:cubicBezTo>
                      <a:pt x="8218" y="5400"/>
                      <a:pt x="8119" y="5335"/>
                      <a:pt x="8201" y="5277"/>
                    </a:cubicBezTo>
                    <a:lnTo>
                      <a:pt x="8818" y="4844"/>
                    </a:lnTo>
                    <a:cubicBezTo>
                      <a:pt x="8833" y="4833"/>
                      <a:pt x="8866" y="4830"/>
                      <a:pt x="8899" y="4831"/>
                    </a:cubicBezTo>
                    <a:close/>
                    <a:moveTo>
                      <a:pt x="10576" y="18867"/>
                    </a:moveTo>
                    <a:cubicBezTo>
                      <a:pt x="12209" y="18867"/>
                      <a:pt x="13529" y="19241"/>
                      <a:pt x="13529" y="19703"/>
                    </a:cubicBezTo>
                    <a:cubicBezTo>
                      <a:pt x="13529" y="20164"/>
                      <a:pt x="12209" y="20539"/>
                      <a:pt x="10576" y="20539"/>
                    </a:cubicBezTo>
                    <a:cubicBezTo>
                      <a:pt x="8944" y="20539"/>
                      <a:pt x="7618" y="20164"/>
                      <a:pt x="7618" y="19703"/>
                    </a:cubicBezTo>
                    <a:cubicBezTo>
                      <a:pt x="7618" y="19241"/>
                      <a:pt x="8944" y="18867"/>
                      <a:pt x="10576" y="18867"/>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grpSp>
      </p:grpSp>
      <p:sp>
        <p:nvSpPr>
          <p:cNvPr id="200" name="Cerchio"/>
          <p:cNvSpPr/>
          <p:nvPr/>
        </p:nvSpPr>
        <p:spPr>
          <a:xfrm>
            <a:off x="15514276" y="8619080"/>
            <a:ext cx="1524001" cy="1524001"/>
          </a:xfrm>
          <a:prstGeom prst="ellipse">
            <a:avLst/>
          </a:prstGeom>
          <a:solidFill>
            <a:schemeClr val="accent4">
              <a:hueOff val="265598"/>
              <a:satOff val="58489"/>
              <a:lumOff val="29694"/>
            </a:schemeClr>
          </a:solidFill>
          <a:ln w="3175">
            <a:miter lim="400000"/>
          </a:ln>
        </p:spPr>
        <p:txBody>
          <a:bodyPr lIns="63050" tIns="63050" rIns="63050" bIns="63050" anchor="ctr"/>
          <a:lstStyle/>
          <a:p>
            <a:pPr defTabSz="2575865">
              <a:defRPr sz="9600" spc="0">
                <a:solidFill>
                  <a:srgbClr val="000000"/>
                </a:solidFill>
              </a:defRPr>
            </a:pPr>
            <a:endParaRPr lang="en-US" noProof="0" dirty="0"/>
          </a:p>
        </p:txBody>
      </p:sp>
      <p:grpSp>
        <p:nvGrpSpPr>
          <p:cNvPr id="205" name="Raggruppa"/>
          <p:cNvGrpSpPr/>
          <p:nvPr/>
        </p:nvGrpSpPr>
        <p:grpSpPr>
          <a:xfrm>
            <a:off x="2001104" y="8831853"/>
            <a:ext cx="1104901" cy="1098262"/>
            <a:chOff x="0" y="0"/>
            <a:chExt cx="1104899" cy="1098260"/>
          </a:xfrm>
        </p:grpSpPr>
        <p:sp>
          <p:nvSpPr>
            <p:cNvPr id="201" name="Ingranaggio"/>
            <p:cNvSpPr/>
            <p:nvPr/>
          </p:nvSpPr>
          <p:spPr>
            <a:xfrm rot="1324828">
              <a:off x="92665" y="93266"/>
              <a:ext cx="615856" cy="613183"/>
            </a:xfrm>
            <a:custGeom>
              <a:avLst/>
              <a:gdLst/>
              <a:ahLst/>
              <a:cxnLst>
                <a:cxn ang="0">
                  <a:pos x="wd2" y="hd2"/>
                </a:cxn>
                <a:cxn ang="5400000">
                  <a:pos x="wd2" y="hd2"/>
                </a:cxn>
                <a:cxn ang="10800000">
                  <a:pos x="wd2" y="hd2"/>
                </a:cxn>
                <a:cxn ang="16200000">
                  <a:pos x="wd2" y="hd2"/>
                </a:cxn>
              </a:cxnLst>
              <a:rect l="0" t="0"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sp>
          <p:nvSpPr>
            <p:cNvPr id="202" name="Ingranaggio"/>
            <p:cNvSpPr/>
            <p:nvPr/>
          </p:nvSpPr>
          <p:spPr>
            <a:xfrm rot="20224828">
              <a:off x="687175" y="148371"/>
              <a:ext cx="361855" cy="360284"/>
            </a:xfrm>
            <a:custGeom>
              <a:avLst/>
              <a:gdLst/>
              <a:ahLst/>
              <a:cxnLst>
                <a:cxn ang="0">
                  <a:pos x="wd2" y="hd2"/>
                </a:cxn>
                <a:cxn ang="5400000">
                  <a:pos x="wd2" y="hd2"/>
                </a:cxn>
                <a:cxn ang="10800000">
                  <a:pos x="wd2" y="hd2"/>
                </a:cxn>
                <a:cxn ang="16200000">
                  <a:pos x="wd2" y="hd2"/>
                </a:cxn>
              </a:cxnLst>
              <a:rect l="0" t="0"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sp>
          <p:nvSpPr>
            <p:cNvPr id="203" name="Ingranaggio"/>
            <p:cNvSpPr/>
            <p:nvPr/>
          </p:nvSpPr>
          <p:spPr>
            <a:xfrm rot="20944828">
              <a:off x="567878" y="494983"/>
              <a:ext cx="463046" cy="461036"/>
            </a:xfrm>
            <a:custGeom>
              <a:avLst/>
              <a:gdLst/>
              <a:ahLst/>
              <a:cxnLst>
                <a:cxn ang="0">
                  <a:pos x="wd2" y="hd2"/>
                </a:cxn>
                <a:cxn ang="5400000">
                  <a:pos x="wd2" y="hd2"/>
                </a:cxn>
                <a:cxn ang="10800000">
                  <a:pos x="wd2" y="hd2"/>
                </a:cxn>
                <a:cxn ang="16200000">
                  <a:pos x="wd2" y="hd2"/>
                </a:cxn>
              </a:cxnLst>
              <a:rect l="0" t="0"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sp>
          <p:nvSpPr>
            <p:cNvPr id="204" name="Ingranaggio"/>
            <p:cNvSpPr/>
            <p:nvPr/>
          </p:nvSpPr>
          <p:spPr>
            <a:xfrm rot="424828">
              <a:off x="247143" y="717049"/>
              <a:ext cx="361855" cy="360284"/>
            </a:xfrm>
            <a:custGeom>
              <a:avLst/>
              <a:gdLst/>
              <a:ahLst/>
              <a:cxnLst>
                <a:cxn ang="0">
                  <a:pos x="wd2" y="hd2"/>
                </a:cxn>
                <a:cxn ang="5400000">
                  <a:pos x="wd2" y="hd2"/>
                </a:cxn>
                <a:cxn ang="10800000">
                  <a:pos x="wd2" y="hd2"/>
                </a:cxn>
                <a:cxn ang="16200000">
                  <a:pos x="wd2" y="hd2"/>
                </a:cxn>
              </a:cxnLst>
              <a:rect l="0" t="0" r="r" b="b"/>
              <a:pathLst>
                <a:path w="21600" h="21599" extrusionOk="0">
                  <a:moveTo>
                    <a:pt x="9384" y="0"/>
                  </a:moveTo>
                  <a:cubicBezTo>
                    <a:pt x="9373" y="0"/>
                    <a:pt x="9237" y="27"/>
                    <a:pt x="9075" y="54"/>
                  </a:cubicBezTo>
                  <a:lnTo>
                    <a:pt x="7468" y="445"/>
                  </a:lnTo>
                  <a:cubicBezTo>
                    <a:pt x="7312" y="494"/>
                    <a:pt x="7177" y="531"/>
                    <a:pt x="7166" y="537"/>
                  </a:cubicBezTo>
                  <a:cubicBezTo>
                    <a:pt x="7161" y="542"/>
                    <a:pt x="7154" y="677"/>
                    <a:pt x="7154" y="840"/>
                  </a:cubicBezTo>
                  <a:lnTo>
                    <a:pt x="7166" y="1761"/>
                  </a:lnTo>
                  <a:cubicBezTo>
                    <a:pt x="7166" y="1924"/>
                    <a:pt x="7047" y="2119"/>
                    <a:pt x="6902" y="2190"/>
                  </a:cubicBezTo>
                  <a:lnTo>
                    <a:pt x="6151" y="2574"/>
                  </a:lnTo>
                  <a:cubicBezTo>
                    <a:pt x="6006" y="2655"/>
                    <a:pt x="5778" y="2644"/>
                    <a:pt x="5649" y="2547"/>
                  </a:cubicBezTo>
                  <a:lnTo>
                    <a:pt x="4900" y="2010"/>
                  </a:lnTo>
                  <a:cubicBezTo>
                    <a:pt x="4765" y="1913"/>
                    <a:pt x="4651" y="1842"/>
                    <a:pt x="4645" y="1848"/>
                  </a:cubicBezTo>
                  <a:cubicBezTo>
                    <a:pt x="4640" y="1853"/>
                    <a:pt x="4527" y="1941"/>
                    <a:pt x="4398" y="2044"/>
                  </a:cubicBezTo>
                  <a:lnTo>
                    <a:pt x="3162" y="3116"/>
                  </a:lnTo>
                  <a:cubicBezTo>
                    <a:pt x="3043" y="3230"/>
                    <a:pt x="2941" y="3327"/>
                    <a:pt x="2936" y="3333"/>
                  </a:cubicBezTo>
                  <a:cubicBezTo>
                    <a:pt x="2930" y="3338"/>
                    <a:pt x="2990" y="3462"/>
                    <a:pt x="3065" y="3609"/>
                  </a:cubicBezTo>
                  <a:lnTo>
                    <a:pt x="3490" y="4401"/>
                  </a:lnTo>
                  <a:cubicBezTo>
                    <a:pt x="3566" y="4548"/>
                    <a:pt x="3551" y="4769"/>
                    <a:pt x="3448" y="4899"/>
                  </a:cubicBezTo>
                  <a:lnTo>
                    <a:pt x="2909" y="5648"/>
                  </a:lnTo>
                  <a:cubicBezTo>
                    <a:pt x="2817" y="5783"/>
                    <a:pt x="2612" y="5879"/>
                    <a:pt x="2450" y="5858"/>
                  </a:cubicBezTo>
                  <a:lnTo>
                    <a:pt x="1548" y="5739"/>
                  </a:lnTo>
                  <a:cubicBezTo>
                    <a:pt x="1386" y="5717"/>
                    <a:pt x="1251" y="5707"/>
                    <a:pt x="1246" y="5712"/>
                  </a:cubicBezTo>
                  <a:cubicBezTo>
                    <a:pt x="1241" y="5717"/>
                    <a:pt x="1181" y="5848"/>
                    <a:pt x="1111" y="6000"/>
                  </a:cubicBezTo>
                  <a:lnTo>
                    <a:pt x="518" y="7483"/>
                  </a:lnTo>
                  <a:cubicBezTo>
                    <a:pt x="464" y="7640"/>
                    <a:pt x="420" y="7776"/>
                    <a:pt x="415" y="7781"/>
                  </a:cubicBezTo>
                  <a:cubicBezTo>
                    <a:pt x="415" y="7792"/>
                    <a:pt x="523" y="7874"/>
                    <a:pt x="658" y="7966"/>
                  </a:cubicBezTo>
                  <a:lnTo>
                    <a:pt x="1381" y="8454"/>
                  </a:lnTo>
                  <a:cubicBezTo>
                    <a:pt x="1516" y="8546"/>
                    <a:pt x="1602" y="8752"/>
                    <a:pt x="1570" y="8914"/>
                  </a:cubicBezTo>
                  <a:lnTo>
                    <a:pt x="1420" y="9944"/>
                  </a:lnTo>
                  <a:cubicBezTo>
                    <a:pt x="1404" y="10106"/>
                    <a:pt x="1263" y="10291"/>
                    <a:pt x="1106" y="10345"/>
                  </a:cubicBezTo>
                  <a:lnTo>
                    <a:pt x="280" y="10648"/>
                  </a:lnTo>
                  <a:cubicBezTo>
                    <a:pt x="123" y="10702"/>
                    <a:pt x="0" y="10758"/>
                    <a:pt x="0" y="10769"/>
                  </a:cubicBezTo>
                  <a:cubicBezTo>
                    <a:pt x="0" y="10779"/>
                    <a:pt x="6" y="10919"/>
                    <a:pt x="17" y="11082"/>
                  </a:cubicBezTo>
                  <a:lnTo>
                    <a:pt x="167" y="12626"/>
                  </a:lnTo>
                  <a:cubicBezTo>
                    <a:pt x="194" y="12789"/>
                    <a:pt x="210" y="12930"/>
                    <a:pt x="216" y="12941"/>
                  </a:cubicBezTo>
                  <a:cubicBezTo>
                    <a:pt x="216" y="12952"/>
                    <a:pt x="350" y="12974"/>
                    <a:pt x="518" y="12990"/>
                  </a:cubicBezTo>
                  <a:lnTo>
                    <a:pt x="1354" y="13082"/>
                  </a:lnTo>
                  <a:cubicBezTo>
                    <a:pt x="1516" y="13098"/>
                    <a:pt x="1688" y="13245"/>
                    <a:pt x="1737" y="13402"/>
                  </a:cubicBezTo>
                  <a:lnTo>
                    <a:pt x="2121" y="14501"/>
                  </a:lnTo>
                  <a:cubicBezTo>
                    <a:pt x="2181" y="14653"/>
                    <a:pt x="2142" y="14881"/>
                    <a:pt x="2028" y="15000"/>
                  </a:cubicBezTo>
                  <a:lnTo>
                    <a:pt x="1457" y="15624"/>
                  </a:lnTo>
                  <a:cubicBezTo>
                    <a:pt x="1349" y="15743"/>
                    <a:pt x="1258" y="15850"/>
                    <a:pt x="1263" y="15856"/>
                  </a:cubicBezTo>
                  <a:cubicBezTo>
                    <a:pt x="1268" y="15861"/>
                    <a:pt x="1338" y="15986"/>
                    <a:pt x="1425" y="16127"/>
                  </a:cubicBezTo>
                  <a:lnTo>
                    <a:pt x="2256" y="17380"/>
                  </a:lnTo>
                  <a:cubicBezTo>
                    <a:pt x="2353" y="17510"/>
                    <a:pt x="2440" y="17623"/>
                    <a:pt x="2445" y="17634"/>
                  </a:cubicBezTo>
                  <a:cubicBezTo>
                    <a:pt x="2450" y="17639"/>
                    <a:pt x="2579" y="17595"/>
                    <a:pt x="2730" y="17535"/>
                  </a:cubicBezTo>
                  <a:lnTo>
                    <a:pt x="3490" y="17232"/>
                  </a:lnTo>
                  <a:cubicBezTo>
                    <a:pt x="3641" y="17173"/>
                    <a:pt x="3863" y="17216"/>
                    <a:pt x="3976" y="17336"/>
                  </a:cubicBezTo>
                  <a:lnTo>
                    <a:pt x="4905" y="18192"/>
                  </a:lnTo>
                  <a:cubicBezTo>
                    <a:pt x="5029" y="18295"/>
                    <a:pt x="5100" y="18511"/>
                    <a:pt x="5062" y="18673"/>
                  </a:cubicBezTo>
                  <a:lnTo>
                    <a:pt x="4851" y="19476"/>
                  </a:lnTo>
                  <a:cubicBezTo>
                    <a:pt x="4808" y="19633"/>
                    <a:pt x="4780" y="19769"/>
                    <a:pt x="4785" y="19774"/>
                  </a:cubicBezTo>
                  <a:cubicBezTo>
                    <a:pt x="4791" y="19780"/>
                    <a:pt x="4915" y="19850"/>
                    <a:pt x="5055" y="19937"/>
                  </a:cubicBezTo>
                  <a:lnTo>
                    <a:pt x="6345" y="20631"/>
                  </a:lnTo>
                  <a:cubicBezTo>
                    <a:pt x="6491" y="20701"/>
                    <a:pt x="6621" y="20761"/>
                    <a:pt x="6632" y="20766"/>
                  </a:cubicBezTo>
                  <a:cubicBezTo>
                    <a:pt x="6637" y="20772"/>
                    <a:pt x="6735" y="20668"/>
                    <a:pt x="6843" y="20543"/>
                  </a:cubicBezTo>
                  <a:lnTo>
                    <a:pt x="7370" y="19932"/>
                  </a:lnTo>
                  <a:cubicBezTo>
                    <a:pt x="7478" y="19807"/>
                    <a:pt x="7694" y="19742"/>
                    <a:pt x="7851" y="19791"/>
                  </a:cubicBezTo>
                  <a:lnTo>
                    <a:pt x="9136" y="20116"/>
                  </a:lnTo>
                  <a:cubicBezTo>
                    <a:pt x="9298" y="20149"/>
                    <a:pt x="9459" y="20306"/>
                    <a:pt x="9497" y="20468"/>
                  </a:cubicBezTo>
                  <a:lnTo>
                    <a:pt x="9680" y="21259"/>
                  </a:lnTo>
                  <a:cubicBezTo>
                    <a:pt x="9718" y="21422"/>
                    <a:pt x="9756" y="21552"/>
                    <a:pt x="9761" y="21552"/>
                  </a:cubicBezTo>
                  <a:cubicBezTo>
                    <a:pt x="9767" y="21552"/>
                    <a:pt x="9911" y="21562"/>
                    <a:pt x="10073" y="21573"/>
                  </a:cubicBezTo>
                  <a:lnTo>
                    <a:pt x="10500" y="21595"/>
                  </a:lnTo>
                  <a:cubicBezTo>
                    <a:pt x="10662" y="21600"/>
                    <a:pt x="10931" y="21600"/>
                    <a:pt x="11098" y="21595"/>
                  </a:cubicBezTo>
                  <a:lnTo>
                    <a:pt x="11525" y="21573"/>
                  </a:lnTo>
                  <a:cubicBezTo>
                    <a:pt x="11687" y="21562"/>
                    <a:pt x="11828" y="21552"/>
                    <a:pt x="11839" y="21552"/>
                  </a:cubicBezTo>
                  <a:cubicBezTo>
                    <a:pt x="11849" y="21552"/>
                    <a:pt x="11882" y="21416"/>
                    <a:pt x="11920" y="21259"/>
                  </a:cubicBezTo>
                  <a:lnTo>
                    <a:pt x="12103" y="20468"/>
                  </a:lnTo>
                  <a:cubicBezTo>
                    <a:pt x="12141" y="20306"/>
                    <a:pt x="12302" y="20149"/>
                    <a:pt x="12464" y="20116"/>
                  </a:cubicBezTo>
                  <a:lnTo>
                    <a:pt x="13749" y="19791"/>
                  </a:lnTo>
                  <a:cubicBezTo>
                    <a:pt x="13906" y="19742"/>
                    <a:pt x="14120" y="19807"/>
                    <a:pt x="14228" y="19932"/>
                  </a:cubicBezTo>
                  <a:lnTo>
                    <a:pt x="14757" y="20543"/>
                  </a:lnTo>
                  <a:cubicBezTo>
                    <a:pt x="14865" y="20668"/>
                    <a:pt x="14957" y="20767"/>
                    <a:pt x="14968" y="20766"/>
                  </a:cubicBezTo>
                  <a:cubicBezTo>
                    <a:pt x="14974" y="20761"/>
                    <a:pt x="15102" y="20701"/>
                    <a:pt x="15253" y="20631"/>
                  </a:cubicBezTo>
                  <a:lnTo>
                    <a:pt x="16543" y="19937"/>
                  </a:lnTo>
                  <a:cubicBezTo>
                    <a:pt x="16683" y="19850"/>
                    <a:pt x="16802" y="19780"/>
                    <a:pt x="16813" y="19774"/>
                  </a:cubicBezTo>
                  <a:cubicBezTo>
                    <a:pt x="16818" y="19769"/>
                    <a:pt x="16792" y="19633"/>
                    <a:pt x="16749" y="19476"/>
                  </a:cubicBezTo>
                  <a:lnTo>
                    <a:pt x="16538" y="18673"/>
                  </a:lnTo>
                  <a:cubicBezTo>
                    <a:pt x="16495" y="18516"/>
                    <a:pt x="16565" y="18301"/>
                    <a:pt x="16695" y="18192"/>
                  </a:cubicBezTo>
                  <a:lnTo>
                    <a:pt x="17622" y="17336"/>
                  </a:lnTo>
                  <a:cubicBezTo>
                    <a:pt x="17736" y="17216"/>
                    <a:pt x="17957" y="17173"/>
                    <a:pt x="18108" y="17232"/>
                  </a:cubicBezTo>
                  <a:lnTo>
                    <a:pt x="18868" y="17535"/>
                  </a:lnTo>
                  <a:cubicBezTo>
                    <a:pt x="19019" y="17595"/>
                    <a:pt x="19150" y="17639"/>
                    <a:pt x="19155" y="17634"/>
                  </a:cubicBezTo>
                  <a:cubicBezTo>
                    <a:pt x="19160" y="17628"/>
                    <a:pt x="19247" y="17515"/>
                    <a:pt x="19344" y="17380"/>
                  </a:cubicBezTo>
                  <a:lnTo>
                    <a:pt x="20175" y="16127"/>
                  </a:lnTo>
                  <a:cubicBezTo>
                    <a:pt x="20262" y="15986"/>
                    <a:pt x="20332" y="15861"/>
                    <a:pt x="20337" y="15856"/>
                  </a:cubicBezTo>
                  <a:cubicBezTo>
                    <a:pt x="20342" y="15850"/>
                    <a:pt x="20256" y="15743"/>
                    <a:pt x="20143" y="15624"/>
                  </a:cubicBezTo>
                  <a:lnTo>
                    <a:pt x="19570" y="14989"/>
                  </a:lnTo>
                  <a:cubicBezTo>
                    <a:pt x="19462" y="14869"/>
                    <a:pt x="19419" y="14642"/>
                    <a:pt x="19479" y="14491"/>
                  </a:cubicBezTo>
                  <a:lnTo>
                    <a:pt x="19862" y="13390"/>
                  </a:lnTo>
                  <a:cubicBezTo>
                    <a:pt x="19910" y="13233"/>
                    <a:pt x="20082" y="13088"/>
                    <a:pt x="20244" y="13072"/>
                  </a:cubicBezTo>
                  <a:lnTo>
                    <a:pt x="21081" y="12978"/>
                  </a:lnTo>
                  <a:cubicBezTo>
                    <a:pt x="21243" y="12962"/>
                    <a:pt x="21379" y="12940"/>
                    <a:pt x="21384" y="12929"/>
                  </a:cubicBezTo>
                  <a:cubicBezTo>
                    <a:pt x="21384" y="12918"/>
                    <a:pt x="21404" y="12784"/>
                    <a:pt x="21431" y="12616"/>
                  </a:cubicBezTo>
                  <a:lnTo>
                    <a:pt x="21583" y="11072"/>
                  </a:lnTo>
                  <a:cubicBezTo>
                    <a:pt x="21594" y="10909"/>
                    <a:pt x="21600" y="10767"/>
                    <a:pt x="21600" y="10757"/>
                  </a:cubicBezTo>
                  <a:cubicBezTo>
                    <a:pt x="21584" y="10757"/>
                    <a:pt x="21460" y="10702"/>
                    <a:pt x="21303" y="10648"/>
                  </a:cubicBezTo>
                  <a:lnTo>
                    <a:pt x="20477" y="10345"/>
                  </a:lnTo>
                  <a:cubicBezTo>
                    <a:pt x="20321" y="10291"/>
                    <a:pt x="20180" y="10106"/>
                    <a:pt x="20163" y="9944"/>
                  </a:cubicBezTo>
                  <a:lnTo>
                    <a:pt x="20013" y="8914"/>
                  </a:lnTo>
                  <a:cubicBezTo>
                    <a:pt x="19981" y="8752"/>
                    <a:pt x="20067" y="8546"/>
                    <a:pt x="20202" y="8454"/>
                  </a:cubicBezTo>
                  <a:lnTo>
                    <a:pt x="20926" y="7966"/>
                  </a:lnTo>
                  <a:cubicBezTo>
                    <a:pt x="21060" y="7874"/>
                    <a:pt x="21174" y="7792"/>
                    <a:pt x="21168" y="7781"/>
                  </a:cubicBezTo>
                  <a:cubicBezTo>
                    <a:pt x="21168" y="7770"/>
                    <a:pt x="21119" y="7640"/>
                    <a:pt x="21065" y="7483"/>
                  </a:cubicBezTo>
                  <a:lnTo>
                    <a:pt x="20472" y="6000"/>
                  </a:lnTo>
                  <a:cubicBezTo>
                    <a:pt x="20402" y="5848"/>
                    <a:pt x="20342" y="5723"/>
                    <a:pt x="20337" y="5712"/>
                  </a:cubicBezTo>
                  <a:cubicBezTo>
                    <a:pt x="20332" y="5701"/>
                    <a:pt x="20197" y="5717"/>
                    <a:pt x="20035" y="5739"/>
                  </a:cubicBezTo>
                  <a:lnTo>
                    <a:pt x="19133" y="5858"/>
                  </a:lnTo>
                  <a:cubicBezTo>
                    <a:pt x="18971" y="5879"/>
                    <a:pt x="18761" y="5788"/>
                    <a:pt x="18674" y="5648"/>
                  </a:cubicBezTo>
                  <a:lnTo>
                    <a:pt x="18135" y="4899"/>
                  </a:lnTo>
                  <a:cubicBezTo>
                    <a:pt x="18032" y="4769"/>
                    <a:pt x="18017" y="4548"/>
                    <a:pt x="18093" y="4401"/>
                  </a:cubicBezTo>
                  <a:lnTo>
                    <a:pt x="18518" y="3609"/>
                  </a:lnTo>
                  <a:cubicBezTo>
                    <a:pt x="18593" y="3462"/>
                    <a:pt x="18653" y="3338"/>
                    <a:pt x="18647" y="3333"/>
                  </a:cubicBezTo>
                  <a:cubicBezTo>
                    <a:pt x="18642" y="3327"/>
                    <a:pt x="18540" y="3230"/>
                    <a:pt x="18422" y="3116"/>
                  </a:cubicBezTo>
                  <a:lnTo>
                    <a:pt x="17186" y="2044"/>
                  </a:lnTo>
                  <a:cubicBezTo>
                    <a:pt x="17056" y="1941"/>
                    <a:pt x="16943" y="1853"/>
                    <a:pt x="16938" y="1848"/>
                  </a:cubicBezTo>
                  <a:cubicBezTo>
                    <a:pt x="16932" y="1842"/>
                    <a:pt x="16813" y="1918"/>
                    <a:pt x="16683" y="2010"/>
                  </a:cubicBezTo>
                  <a:lnTo>
                    <a:pt x="15934" y="2547"/>
                  </a:lnTo>
                  <a:cubicBezTo>
                    <a:pt x="15800" y="2644"/>
                    <a:pt x="15572" y="2655"/>
                    <a:pt x="15432" y="2574"/>
                  </a:cubicBezTo>
                  <a:lnTo>
                    <a:pt x="14682" y="2190"/>
                  </a:lnTo>
                  <a:cubicBezTo>
                    <a:pt x="14531" y="2119"/>
                    <a:pt x="14411" y="1929"/>
                    <a:pt x="14417" y="1761"/>
                  </a:cubicBezTo>
                  <a:lnTo>
                    <a:pt x="14429" y="840"/>
                  </a:lnTo>
                  <a:cubicBezTo>
                    <a:pt x="14429" y="677"/>
                    <a:pt x="14428" y="537"/>
                    <a:pt x="14417" y="537"/>
                  </a:cubicBezTo>
                  <a:cubicBezTo>
                    <a:pt x="14411" y="531"/>
                    <a:pt x="14272" y="494"/>
                    <a:pt x="14115" y="445"/>
                  </a:cubicBezTo>
                  <a:lnTo>
                    <a:pt x="12508" y="54"/>
                  </a:lnTo>
                  <a:cubicBezTo>
                    <a:pt x="12346" y="22"/>
                    <a:pt x="12205" y="0"/>
                    <a:pt x="12200" y="0"/>
                  </a:cubicBezTo>
                  <a:cubicBezTo>
                    <a:pt x="12189" y="0"/>
                    <a:pt x="12125" y="120"/>
                    <a:pt x="12049" y="266"/>
                  </a:cubicBezTo>
                  <a:lnTo>
                    <a:pt x="11628" y="1096"/>
                  </a:lnTo>
                  <a:cubicBezTo>
                    <a:pt x="11552" y="1242"/>
                    <a:pt x="11358" y="1355"/>
                    <a:pt x="11196" y="1350"/>
                  </a:cubicBezTo>
                  <a:lnTo>
                    <a:pt x="10387" y="1350"/>
                  </a:lnTo>
                  <a:cubicBezTo>
                    <a:pt x="10225" y="1355"/>
                    <a:pt x="10025" y="1242"/>
                    <a:pt x="9955" y="1096"/>
                  </a:cubicBezTo>
                  <a:lnTo>
                    <a:pt x="9534" y="266"/>
                  </a:lnTo>
                  <a:cubicBezTo>
                    <a:pt x="9458" y="120"/>
                    <a:pt x="9394" y="0"/>
                    <a:pt x="9384" y="0"/>
                  </a:cubicBezTo>
                  <a:close/>
                  <a:moveTo>
                    <a:pt x="10792" y="5820"/>
                  </a:moveTo>
                  <a:cubicBezTo>
                    <a:pt x="13533" y="5820"/>
                    <a:pt x="15761" y="8053"/>
                    <a:pt x="15761" y="10811"/>
                  </a:cubicBezTo>
                  <a:cubicBezTo>
                    <a:pt x="15761" y="13569"/>
                    <a:pt x="13533" y="15801"/>
                    <a:pt x="10792" y="15801"/>
                  </a:cubicBezTo>
                  <a:cubicBezTo>
                    <a:pt x="8051" y="15801"/>
                    <a:pt x="5822" y="13569"/>
                    <a:pt x="5822" y="10811"/>
                  </a:cubicBezTo>
                  <a:cubicBezTo>
                    <a:pt x="5822" y="8053"/>
                    <a:pt x="8045" y="5820"/>
                    <a:pt x="10792" y="5820"/>
                  </a:cubicBezTo>
                  <a:close/>
                  <a:moveTo>
                    <a:pt x="10792" y="7592"/>
                  </a:moveTo>
                  <a:cubicBezTo>
                    <a:pt x="9016" y="7592"/>
                    <a:pt x="7581" y="9033"/>
                    <a:pt x="7581" y="10816"/>
                  </a:cubicBezTo>
                  <a:cubicBezTo>
                    <a:pt x="7581" y="12593"/>
                    <a:pt x="9016" y="14040"/>
                    <a:pt x="10792" y="14040"/>
                  </a:cubicBezTo>
                  <a:cubicBezTo>
                    <a:pt x="12567" y="14040"/>
                    <a:pt x="14002" y="12599"/>
                    <a:pt x="14002" y="10816"/>
                  </a:cubicBezTo>
                  <a:cubicBezTo>
                    <a:pt x="14002" y="9033"/>
                    <a:pt x="12567" y="7592"/>
                    <a:pt x="10792" y="7592"/>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grpSp>
      <p:sp>
        <p:nvSpPr>
          <p:cNvPr id="209" name="Novelties and findings…"/>
          <p:cNvSpPr txBox="1"/>
          <p:nvPr/>
        </p:nvSpPr>
        <p:spPr>
          <a:xfrm>
            <a:off x="17179200" y="11181600"/>
            <a:ext cx="11294438" cy="1727770"/>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p>
            <a:pPr algn="l">
              <a:defRPr sz="2500" b="1" spc="50">
                <a:latin typeface="+mn-lt"/>
                <a:ea typeface="+mn-ea"/>
                <a:cs typeface="+mn-cs"/>
                <a:sym typeface="Graphik"/>
              </a:defRPr>
            </a:pPr>
            <a:r>
              <a:rPr lang="en-US" sz="2600" noProof="0" dirty="0">
                <a:solidFill>
                  <a:srgbClr val="000000"/>
                </a:solidFill>
              </a:rPr>
              <a:t>Novelties and findings</a:t>
            </a:r>
          </a:p>
          <a:p>
            <a:pPr marL="171450" indent="-171450" algn="l">
              <a:defRPr sz="2500" spc="50"/>
            </a:pPr>
            <a:r>
              <a:rPr lang="en-US" sz="2600" noProof="0" dirty="0">
                <a:solidFill>
                  <a:srgbClr val="000000"/>
                </a:solidFill>
              </a:rPr>
              <a:t>-</a:t>
            </a:r>
            <a:r>
              <a:rPr lang="en-US" sz="2500" dirty="0">
                <a:solidFill>
                  <a:srgbClr val="000000"/>
                </a:solidFill>
              </a:rPr>
              <a:t> </a:t>
            </a:r>
            <a:r>
              <a:rPr lang="en-US" sz="2600" dirty="0">
                <a:solidFill>
                  <a:srgbClr val="000000"/>
                </a:solidFill>
              </a:rPr>
              <a:t>Quantum hyperdimensional computing combines distributed encoding with quantum associative search, providing efficient, approximate solutions with noise tolerance and scalable capacity.</a:t>
            </a:r>
            <a:endParaRPr lang="en-US" sz="2600" noProof="0" dirty="0">
              <a:solidFill>
                <a:srgbClr val="000000"/>
              </a:solidFill>
            </a:endParaRPr>
          </a:p>
        </p:txBody>
      </p:sp>
      <p:grpSp>
        <p:nvGrpSpPr>
          <p:cNvPr id="214" name="Raggruppa"/>
          <p:cNvGrpSpPr/>
          <p:nvPr/>
        </p:nvGrpSpPr>
        <p:grpSpPr>
          <a:xfrm>
            <a:off x="15519400" y="11163483"/>
            <a:ext cx="1524000" cy="1524001"/>
            <a:chOff x="0" y="0"/>
            <a:chExt cx="1524000" cy="1524000"/>
          </a:xfrm>
        </p:grpSpPr>
        <p:sp>
          <p:nvSpPr>
            <p:cNvPr id="210" name="Cerchio"/>
            <p:cNvSpPr/>
            <p:nvPr/>
          </p:nvSpPr>
          <p:spPr>
            <a:xfrm>
              <a:off x="0" y="0"/>
              <a:ext cx="1524000" cy="1524000"/>
            </a:xfrm>
            <a:prstGeom prst="ellipse">
              <a:avLst/>
            </a:prstGeom>
            <a:solidFill>
              <a:schemeClr val="accent4">
                <a:hueOff val="265598"/>
                <a:satOff val="58489"/>
                <a:lumOff val="29694"/>
              </a:schemeClr>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grpSp>
          <p:nvGrpSpPr>
            <p:cNvPr id="213" name="Raggruppa"/>
            <p:cNvGrpSpPr/>
            <p:nvPr/>
          </p:nvGrpSpPr>
          <p:grpSpPr>
            <a:xfrm>
              <a:off x="328572" y="253999"/>
              <a:ext cx="866856" cy="1016001"/>
              <a:chOff x="0" y="0"/>
              <a:chExt cx="866855" cy="1016000"/>
            </a:xfrm>
          </p:grpSpPr>
          <p:sp>
            <p:nvSpPr>
              <p:cNvPr id="211" name="Cerca"/>
              <p:cNvSpPr/>
              <p:nvPr/>
            </p:nvSpPr>
            <p:spPr>
              <a:xfrm>
                <a:off x="0" y="-1"/>
                <a:ext cx="866856" cy="1016001"/>
              </a:xfrm>
              <a:custGeom>
                <a:avLst/>
                <a:gdLst/>
                <a:ahLst/>
                <a:cxnLst>
                  <a:cxn ang="0">
                    <a:pos x="wd2" y="hd2"/>
                  </a:cxn>
                  <a:cxn ang="5400000">
                    <a:pos x="wd2" y="hd2"/>
                  </a:cxn>
                  <a:cxn ang="10800000">
                    <a:pos x="wd2" y="hd2"/>
                  </a:cxn>
                  <a:cxn ang="16200000">
                    <a:pos x="wd2" y="hd2"/>
                  </a:cxn>
                </a:cxnLst>
                <a:rect l="0" t="0" r="r" b="b"/>
                <a:pathLst>
                  <a:path w="20400" h="21502" extrusionOk="0">
                    <a:moveTo>
                      <a:pt x="7928" y="4"/>
                    </a:moveTo>
                    <a:cubicBezTo>
                      <a:pt x="6343" y="54"/>
                      <a:pt x="4758" y="513"/>
                      <a:pt x="3383" y="1414"/>
                    </a:cubicBezTo>
                    <a:cubicBezTo>
                      <a:pt x="-286" y="3816"/>
                      <a:pt x="-1098" y="8454"/>
                      <a:pt x="1573" y="11753"/>
                    </a:cubicBezTo>
                    <a:cubicBezTo>
                      <a:pt x="3866" y="14587"/>
                      <a:pt x="8102" y="15587"/>
                      <a:pt x="11645" y="14130"/>
                    </a:cubicBezTo>
                    <a:lnTo>
                      <a:pt x="11895" y="14028"/>
                    </a:lnTo>
                    <a:lnTo>
                      <a:pt x="12039" y="14238"/>
                    </a:lnTo>
                    <a:cubicBezTo>
                      <a:pt x="12051" y="14256"/>
                      <a:pt x="12060" y="14269"/>
                      <a:pt x="12071" y="14282"/>
                    </a:cubicBezTo>
                    <a:lnTo>
                      <a:pt x="17686" y="21218"/>
                    </a:lnTo>
                    <a:cubicBezTo>
                      <a:pt x="17806" y="21366"/>
                      <a:pt x="17984" y="21464"/>
                      <a:pt x="18188" y="21493"/>
                    </a:cubicBezTo>
                    <a:cubicBezTo>
                      <a:pt x="18392" y="21522"/>
                      <a:pt x="18597" y="21479"/>
                      <a:pt x="18762" y="21371"/>
                    </a:cubicBezTo>
                    <a:lnTo>
                      <a:pt x="20082" y="20505"/>
                    </a:lnTo>
                    <a:cubicBezTo>
                      <a:pt x="20425" y="20281"/>
                      <a:pt x="20502" y="19847"/>
                      <a:pt x="20252" y="19538"/>
                    </a:cubicBezTo>
                    <a:lnTo>
                      <a:pt x="14637" y="12602"/>
                    </a:lnTo>
                    <a:cubicBezTo>
                      <a:pt x="14613" y="12572"/>
                      <a:pt x="14586" y="12546"/>
                      <a:pt x="14559" y="12521"/>
                    </a:cubicBezTo>
                    <a:lnTo>
                      <a:pt x="14359" y="12340"/>
                    </a:lnTo>
                    <a:lnTo>
                      <a:pt x="14540" y="12143"/>
                    </a:lnTo>
                    <a:cubicBezTo>
                      <a:pt x="16964" y="9533"/>
                      <a:pt x="17103" y="5790"/>
                      <a:pt x="14878" y="3042"/>
                    </a:cubicBezTo>
                    <a:cubicBezTo>
                      <a:pt x="13209" y="980"/>
                      <a:pt x="10569" y="-78"/>
                      <a:pt x="7928" y="4"/>
                    </a:cubicBezTo>
                    <a:close/>
                    <a:moveTo>
                      <a:pt x="7952" y="1548"/>
                    </a:moveTo>
                    <a:cubicBezTo>
                      <a:pt x="8377" y="1533"/>
                      <a:pt x="8807" y="1556"/>
                      <a:pt x="9237" y="1617"/>
                    </a:cubicBezTo>
                    <a:cubicBezTo>
                      <a:pt x="10956" y="1861"/>
                      <a:pt x="12466" y="2690"/>
                      <a:pt x="13488" y="3952"/>
                    </a:cubicBezTo>
                    <a:cubicBezTo>
                      <a:pt x="15601" y="6562"/>
                      <a:pt x="14959" y="10231"/>
                      <a:pt x="12058" y="12131"/>
                    </a:cubicBezTo>
                    <a:cubicBezTo>
                      <a:pt x="10904" y="12887"/>
                      <a:pt x="9563" y="13250"/>
                      <a:pt x="8234" y="13250"/>
                    </a:cubicBezTo>
                    <a:cubicBezTo>
                      <a:pt x="6221" y="13250"/>
                      <a:pt x="4235" y="12415"/>
                      <a:pt x="2963" y="10843"/>
                    </a:cubicBezTo>
                    <a:cubicBezTo>
                      <a:pt x="850" y="8233"/>
                      <a:pt x="1491" y="4565"/>
                      <a:pt x="4393" y="2665"/>
                    </a:cubicBezTo>
                    <a:cubicBezTo>
                      <a:pt x="5446" y="1976"/>
                      <a:pt x="6677" y="1593"/>
                      <a:pt x="7952" y="1548"/>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sp>
            <p:nvSpPr>
              <p:cNvPr id="212" name="Atomo"/>
              <p:cNvSpPr/>
              <p:nvPr/>
            </p:nvSpPr>
            <p:spPr>
              <a:xfrm>
                <a:off x="147691" y="126517"/>
                <a:ext cx="399343" cy="449823"/>
              </a:xfrm>
              <a:custGeom>
                <a:avLst/>
                <a:gdLst/>
                <a:ahLst/>
                <a:cxnLst>
                  <a:cxn ang="0">
                    <a:pos x="wd2" y="hd2"/>
                  </a:cxn>
                  <a:cxn ang="5400000">
                    <a:pos x="wd2" y="hd2"/>
                  </a:cxn>
                  <a:cxn ang="10800000">
                    <a:pos x="wd2" y="hd2"/>
                  </a:cxn>
                  <a:cxn ang="16200000">
                    <a:pos x="wd2" y="hd2"/>
                  </a:cxn>
                </a:cxnLst>
                <a:rect l="0" t="0" r="r" b="b"/>
                <a:pathLst>
                  <a:path w="21048" h="21600" extrusionOk="0">
                    <a:moveTo>
                      <a:pt x="10524" y="0"/>
                    </a:moveTo>
                    <a:cubicBezTo>
                      <a:pt x="9635" y="0"/>
                      <a:pt x="8359" y="577"/>
                      <a:pt x="7326" y="3327"/>
                    </a:cubicBezTo>
                    <a:cubicBezTo>
                      <a:pt x="7137" y="3832"/>
                      <a:pt x="6970" y="4380"/>
                      <a:pt x="6824" y="4961"/>
                    </a:cubicBezTo>
                    <a:cubicBezTo>
                      <a:pt x="6200" y="4785"/>
                      <a:pt x="5595" y="4643"/>
                      <a:pt x="5020" y="4540"/>
                    </a:cubicBezTo>
                    <a:cubicBezTo>
                      <a:pt x="1890" y="3980"/>
                      <a:pt x="703" y="4698"/>
                      <a:pt x="258" y="5400"/>
                    </a:cubicBezTo>
                    <a:cubicBezTo>
                      <a:pt x="-186" y="6101"/>
                      <a:pt x="-276" y="7396"/>
                      <a:pt x="1822" y="9586"/>
                    </a:cubicBezTo>
                    <a:cubicBezTo>
                      <a:pt x="2207" y="9988"/>
                      <a:pt x="2643" y="10394"/>
                      <a:pt x="3123" y="10799"/>
                    </a:cubicBezTo>
                    <a:cubicBezTo>
                      <a:pt x="2644" y="11204"/>
                      <a:pt x="2207" y="11610"/>
                      <a:pt x="1822" y="12013"/>
                    </a:cubicBezTo>
                    <a:cubicBezTo>
                      <a:pt x="-276" y="14202"/>
                      <a:pt x="-186" y="15499"/>
                      <a:pt x="258" y="16200"/>
                    </a:cubicBezTo>
                    <a:cubicBezTo>
                      <a:pt x="591" y="16726"/>
                      <a:pt x="1341" y="17260"/>
                      <a:pt x="3011" y="17260"/>
                    </a:cubicBezTo>
                    <a:cubicBezTo>
                      <a:pt x="3571" y="17260"/>
                      <a:pt x="4234" y="17200"/>
                      <a:pt x="5020" y="17060"/>
                    </a:cubicBezTo>
                    <a:cubicBezTo>
                      <a:pt x="5595" y="16957"/>
                      <a:pt x="6200" y="16815"/>
                      <a:pt x="6824" y="16639"/>
                    </a:cubicBezTo>
                    <a:cubicBezTo>
                      <a:pt x="6970" y="17220"/>
                      <a:pt x="7137" y="17766"/>
                      <a:pt x="7326" y="18271"/>
                    </a:cubicBezTo>
                    <a:cubicBezTo>
                      <a:pt x="8359" y="21022"/>
                      <a:pt x="9635" y="21600"/>
                      <a:pt x="10524" y="21600"/>
                    </a:cubicBezTo>
                    <a:cubicBezTo>
                      <a:pt x="11413" y="21600"/>
                      <a:pt x="12689" y="21022"/>
                      <a:pt x="13722" y="18271"/>
                    </a:cubicBezTo>
                    <a:cubicBezTo>
                      <a:pt x="13911" y="17766"/>
                      <a:pt x="14080" y="17220"/>
                      <a:pt x="14226" y="16639"/>
                    </a:cubicBezTo>
                    <a:cubicBezTo>
                      <a:pt x="14850" y="16815"/>
                      <a:pt x="15453" y="16957"/>
                      <a:pt x="16028" y="17060"/>
                    </a:cubicBezTo>
                    <a:cubicBezTo>
                      <a:pt x="16814" y="17200"/>
                      <a:pt x="17479" y="17260"/>
                      <a:pt x="18038" y="17260"/>
                    </a:cubicBezTo>
                    <a:cubicBezTo>
                      <a:pt x="19709" y="17260"/>
                      <a:pt x="20457" y="16726"/>
                      <a:pt x="20790" y="16200"/>
                    </a:cubicBezTo>
                    <a:cubicBezTo>
                      <a:pt x="21234" y="15499"/>
                      <a:pt x="21324" y="14202"/>
                      <a:pt x="19226" y="12013"/>
                    </a:cubicBezTo>
                    <a:cubicBezTo>
                      <a:pt x="18841" y="11610"/>
                      <a:pt x="18405" y="11204"/>
                      <a:pt x="17925" y="10799"/>
                    </a:cubicBezTo>
                    <a:cubicBezTo>
                      <a:pt x="18404" y="10394"/>
                      <a:pt x="18841" y="9988"/>
                      <a:pt x="19226" y="9586"/>
                    </a:cubicBezTo>
                    <a:cubicBezTo>
                      <a:pt x="21324" y="7396"/>
                      <a:pt x="21234" y="6101"/>
                      <a:pt x="20790" y="5400"/>
                    </a:cubicBezTo>
                    <a:cubicBezTo>
                      <a:pt x="20345" y="4698"/>
                      <a:pt x="19158" y="3980"/>
                      <a:pt x="16028" y="4540"/>
                    </a:cubicBezTo>
                    <a:cubicBezTo>
                      <a:pt x="15453" y="4643"/>
                      <a:pt x="14850" y="4785"/>
                      <a:pt x="14226" y="4961"/>
                    </a:cubicBezTo>
                    <a:cubicBezTo>
                      <a:pt x="14080" y="4380"/>
                      <a:pt x="13911" y="3832"/>
                      <a:pt x="13722" y="3327"/>
                    </a:cubicBezTo>
                    <a:cubicBezTo>
                      <a:pt x="12689" y="577"/>
                      <a:pt x="11413" y="0"/>
                      <a:pt x="10524" y="0"/>
                    </a:cubicBezTo>
                    <a:close/>
                    <a:moveTo>
                      <a:pt x="10524" y="856"/>
                    </a:moveTo>
                    <a:cubicBezTo>
                      <a:pt x="11556" y="856"/>
                      <a:pt x="12661" y="2513"/>
                      <a:pt x="13329" y="5231"/>
                    </a:cubicBezTo>
                    <a:cubicBezTo>
                      <a:pt x="12420" y="5525"/>
                      <a:pt x="11478" y="5885"/>
                      <a:pt x="10524" y="6304"/>
                    </a:cubicBezTo>
                    <a:cubicBezTo>
                      <a:pt x="9571" y="5885"/>
                      <a:pt x="8628" y="5525"/>
                      <a:pt x="7719" y="5231"/>
                    </a:cubicBezTo>
                    <a:cubicBezTo>
                      <a:pt x="8386" y="2513"/>
                      <a:pt x="9492" y="856"/>
                      <a:pt x="10524" y="856"/>
                    </a:cubicBezTo>
                    <a:close/>
                    <a:moveTo>
                      <a:pt x="3015" y="5197"/>
                    </a:moveTo>
                    <a:cubicBezTo>
                      <a:pt x="3968" y="5197"/>
                      <a:pt x="5206" y="5394"/>
                      <a:pt x="6633" y="5801"/>
                    </a:cubicBezTo>
                    <a:cubicBezTo>
                      <a:pt x="6458" y="6665"/>
                      <a:pt x="6330" y="7591"/>
                      <a:pt x="6252" y="8553"/>
                    </a:cubicBezTo>
                    <a:cubicBezTo>
                      <a:pt x="5377" y="9095"/>
                      <a:pt x="4562" y="9658"/>
                      <a:pt x="3828" y="10229"/>
                    </a:cubicBezTo>
                    <a:cubicBezTo>
                      <a:pt x="3348" y="9826"/>
                      <a:pt x="2912" y="9422"/>
                      <a:pt x="2530" y="9023"/>
                    </a:cubicBezTo>
                    <a:cubicBezTo>
                      <a:pt x="1217" y="7653"/>
                      <a:pt x="672" y="6459"/>
                      <a:pt x="1072" y="5828"/>
                    </a:cubicBezTo>
                    <a:cubicBezTo>
                      <a:pt x="1335" y="5413"/>
                      <a:pt x="2020" y="5197"/>
                      <a:pt x="3015" y="5197"/>
                    </a:cubicBezTo>
                    <a:close/>
                    <a:moveTo>
                      <a:pt x="18035" y="5197"/>
                    </a:moveTo>
                    <a:cubicBezTo>
                      <a:pt x="19030" y="5197"/>
                      <a:pt x="19713" y="5413"/>
                      <a:pt x="19976" y="5828"/>
                    </a:cubicBezTo>
                    <a:cubicBezTo>
                      <a:pt x="20376" y="6459"/>
                      <a:pt x="19831" y="7653"/>
                      <a:pt x="18518" y="9023"/>
                    </a:cubicBezTo>
                    <a:cubicBezTo>
                      <a:pt x="18136" y="9422"/>
                      <a:pt x="17702" y="9826"/>
                      <a:pt x="17221" y="10229"/>
                    </a:cubicBezTo>
                    <a:cubicBezTo>
                      <a:pt x="16488" y="9658"/>
                      <a:pt x="15673" y="9095"/>
                      <a:pt x="14798" y="8553"/>
                    </a:cubicBezTo>
                    <a:cubicBezTo>
                      <a:pt x="14720" y="7591"/>
                      <a:pt x="14590" y="6665"/>
                      <a:pt x="14415" y="5801"/>
                    </a:cubicBezTo>
                    <a:cubicBezTo>
                      <a:pt x="15842" y="5394"/>
                      <a:pt x="17082" y="5197"/>
                      <a:pt x="18035" y="5197"/>
                    </a:cubicBezTo>
                    <a:close/>
                    <a:moveTo>
                      <a:pt x="7532" y="6078"/>
                    </a:moveTo>
                    <a:cubicBezTo>
                      <a:pt x="8148" y="6281"/>
                      <a:pt x="8794" y="6520"/>
                      <a:pt x="9461" y="6795"/>
                    </a:cubicBezTo>
                    <a:cubicBezTo>
                      <a:pt x="9088" y="6975"/>
                      <a:pt x="8715" y="7162"/>
                      <a:pt x="8343" y="7358"/>
                    </a:cubicBezTo>
                    <a:cubicBezTo>
                      <a:pt x="7971" y="7553"/>
                      <a:pt x="7605" y="7754"/>
                      <a:pt x="7248" y="7958"/>
                    </a:cubicBezTo>
                    <a:cubicBezTo>
                      <a:pt x="7320" y="7295"/>
                      <a:pt x="7416" y="6666"/>
                      <a:pt x="7532" y="6078"/>
                    </a:cubicBezTo>
                    <a:close/>
                    <a:moveTo>
                      <a:pt x="13516" y="6078"/>
                    </a:moveTo>
                    <a:cubicBezTo>
                      <a:pt x="13632" y="6666"/>
                      <a:pt x="13728" y="7295"/>
                      <a:pt x="13800" y="7958"/>
                    </a:cubicBezTo>
                    <a:cubicBezTo>
                      <a:pt x="13443" y="7754"/>
                      <a:pt x="13078" y="7553"/>
                      <a:pt x="12706" y="7358"/>
                    </a:cubicBezTo>
                    <a:cubicBezTo>
                      <a:pt x="12335" y="7162"/>
                      <a:pt x="11962" y="6975"/>
                      <a:pt x="11589" y="6795"/>
                    </a:cubicBezTo>
                    <a:cubicBezTo>
                      <a:pt x="12256" y="6520"/>
                      <a:pt x="12900" y="6281"/>
                      <a:pt x="13516" y="6078"/>
                    </a:cubicBezTo>
                    <a:close/>
                    <a:moveTo>
                      <a:pt x="10524" y="7258"/>
                    </a:moveTo>
                    <a:cubicBezTo>
                      <a:pt x="11084" y="7514"/>
                      <a:pt x="11656" y="7793"/>
                      <a:pt x="12236" y="8099"/>
                    </a:cubicBezTo>
                    <a:cubicBezTo>
                      <a:pt x="12807" y="8399"/>
                      <a:pt x="13361" y="8709"/>
                      <a:pt x="13892" y="9029"/>
                    </a:cubicBezTo>
                    <a:cubicBezTo>
                      <a:pt x="13929" y="9598"/>
                      <a:pt x="13948" y="10189"/>
                      <a:pt x="13948" y="10799"/>
                    </a:cubicBezTo>
                    <a:cubicBezTo>
                      <a:pt x="13948" y="11410"/>
                      <a:pt x="13927" y="12000"/>
                      <a:pt x="13890" y="12570"/>
                    </a:cubicBezTo>
                    <a:cubicBezTo>
                      <a:pt x="13359" y="12889"/>
                      <a:pt x="12806" y="13201"/>
                      <a:pt x="12236" y="13501"/>
                    </a:cubicBezTo>
                    <a:cubicBezTo>
                      <a:pt x="11655" y="13807"/>
                      <a:pt x="11084" y="14087"/>
                      <a:pt x="10524" y="14342"/>
                    </a:cubicBezTo>
                    <a:cubicBezTo>
                      <a:pt x="9964" y="14087"/>
                      <a:pt x="9393" y="13807"/>
                      <a:pt x="8812" y="13501"/>
                    </a:cubicBezTo>
                    <a:cubicBezTo>
                      <a:pt x="8241" y="13201"/>
                      <a:pt x="7689" y="12891"/>
                      <a:pt x="7158" y="12571"/>
                    </a:cubicBezTo>
                    <a:cubicBezTo>
                      <a:pt x="7121" y="12002"/>
                      <a:pt x="7100" y="11410"/>
                      <a:pt x="7100" y="10799"/>
                    </a:cubicBezTo>
                    <a:cubicBezTo>
                      <a:pt x="7100" y="10189"/>
                      <a:pt x="7121" y="9598"/>
                      <a:pt x="7158" y="9029"/>
                    </a:cubicBezTo>
                    <a:cubicBezTo>
                      <a:pt x="7689" y="8709"/>
                      <a:pt x="8241" y="8399"/>
                      <a:pt x="8812" y="8099"/>
                    </a:cubicBezTo>
                    <a:cubicBezTo>
                      <a:pt x="9393" y="7793"/>
                      <a:pt x="9964" y="7514"/>
                      <a:pt x="10524" y="7258"/>
                    </a:cubicBezTo>
                    <a:close/>
                    <a:moveTo>
                      <a:pt x="10524" y="9608"/>
                    </a:moveTo>
                    <a:cubicBezTo>
                      <a:pt x="10189" y="9608"/>
                      <a:pt x="9855" y="9724"/>
                      <a:pt x="9600" y="9957"/>
                    </a:cubicBezTo>
                    <a:cubicBezTo>
                      <a:pt x="9089" y="10422"/>
                      <a:pt x="9089" y="11178"/>
                      <a:pt x="9600" y="11643"/>
                    </a:cubicBezTo>
                    <a:cubicBezTo>
                      <a:pt x="10110" y="12108"/>
                      <a:pt x="10938" y="12108"/>
                      <a:pt x="11448" y="11643"/>
                    </a:cubicBezTo>
                    <a:cubicBezTo>
                      <a:pt x="11959" y="11178"/>
                      <a:pt x="11959" y="10422"/>
                      <a:pt x="11448" y="9957"/>
                    </a:cubicBezTo>
                    <a:cubicBezTo>
                      <a:pt x="11193" y="9724"/>
                      <a:pt x="10859" y="9608"/>
                      <a:pt x="10524" y="9608"/>
                    </a:cubicBezTo>
                    <a:close/>
                    <a:moveTo>
                      <a:pt x="6185" y="9638"/>
                    </a:moveTo>
                    <a:cubicBezTo>
                      <a:pt x="6169" y="10021"/>
                      <a:pt x="6161" y="10408"/>
                      <a:pt x="6161" y="10799"/>
                    </a:cubicBezTo>
                    <a:cubicBezTo>
                      <a:pt x="6161" y="11190"/>
                      <a:pt x="6169" y="11579"/>
                      <a:pt x="6185" y="11962"/>
                    </a:cubicBezTo>
                    <a:cubicBezTo>
                      <a:pt x="5601" y="11581"/>
                      <a:pt x="5050" y="11191"/>
                      <a:pt x="4540" y="10799"/>
                    </a:cubicBezTo>
                    <a:cubicBezTo>
                      <a:pt x="5050" y="10407"/>
                      <a:pt x="5601" y="10019"/>
                      <a:pt x="6185" y="9638"/>
                    </a:cubicBezTo>
                    <a:close/>
                    <a:moveTo>
                      <a:pt x="14863" y="9638"/>
                    </a:moveTo>
                    <a:cubicBezTo>
                      <a:pt x="15447" y="10019"/>
                      <a:pt x="15998" y="10407"/>
                      <a:pt x="16508" y="10799"/>
                    </a:cubicBezTo>
                    <a:cubicBezTo>
                      <a:pt x="15998" y="11191"/>
                      <a:pt x="15447" y="11581"/>
                      <a:pt x="14863" y="11962"/>
                    </a:cubicBezTo>
                    <a:cubicBezTo>
                      <a:pt x="14879" y="11579"/>
                      <a:pt x="14887" y="11190"/>
                      <a:pt x="14887" y="10799"/>
                    </a:cubicBezTo>
                    <a:cubicBezTo>
                      <a:pt x="14887" y="10408"/>
                      <a:pt x="14879" y="10021"/>
                      <a:pt x="14863" y="9638"/>
                    </a:cubicBezTo>
                    <a:close/>
                    <a:moveTo>
                      <a:pt x="3828" y="11371"/>
                    </a:moveTo>
                    <a:cubicBezTo>
                      <a:pt x="4562" y="11942"/>
                      <a:pt x="5377" y="12505"/>
                      <a:pt x="6252" y="13047"/>
                    </a:cubicBezTo>
                    <a:cubicBezTo>
                      <a:pt x="6330" y="14009"/>
                      <a:pt x="6458" y="14933"/>
                      <a:pt x="6633" y="15797"/>
                    </a:cubicBezTo>
                    <a:cubicBezTo>
                      <a:pt x="5206" y="16204"/>
                      <a:pt x="3968" y="16403"/>
                      <a:pt x="3015" y="16403"/>
                    </a:cubicBezTo>
                    <a:cubicBezTo>
                      <a:pt x="2020" y="16403"/>
                      <a:pt x="1335" y="16187"/>
                      <a:pt x="1072" y="15772"/>
                    </a:cubicBezTo>
                    <a:cubicBezTo>
                      <a:pt x="672" y="15141"/>
                      <a:pt x="1217" y="13947"/>
                      <a:pt x="2530" y="12577"/>
                    </a:cubicBezTo>
                    <a:cubicBezTo>
                      <a:pt x="2912" y="12178"/>
                      <a:pt x="3348" y="11774"/>
                      <a:pt x="3828" y="11371"/>
                    </a:cubicBezTo>
                    <a:close/>
                    <a:moveTo>
                      <a:pt x="17220" y="11371"/>
                    </a:moveTo>
                    <a:cubicBezTo>
                      <a:pt x="17700" y="11774"/>
                      <a:pt x="18136" y="12178"/>
                      <a:pt x="18518" y="12577"/>
                    </a:cubicBezTo>
                    <a:cubicBezTo>
                      <a:pt x="19831" y="13947"/>
                      <a:pt x="20376" y="15141"/>
                      <a:pt x="19976" y="15772"/>
                    </a:cubicBezTo>
                    <a:cubicBezTo>
                      <a:pt x="19713" y="16187"/>
                      <a:pt x="19030" y="16403"/>
                      <a:pt x="18035" y="16403"/>
                    </a:cubicBezTo>
                    <a:cubicBezTo>
                      <a:pt x="17082" y="16403"/>
                      <a:pt x="15842" y="16204"/>
                      <a:pt x="14415" y="15797"/>
                    </a:cubicBezTo>
                    <a:cubicBezTo>
                      <a:pt x="14590" y="14933"/>
                      <a:pt x="14718" y="14009"/>
                      <a:pt x="14796" y="13047"/>
                    </a:cubicBezTo>
                    <a:cubicBezTo>
                      <a:pt x="15671" y="12505"/>
                      <a:pt x="16486" y="11942"/>
                      <a:pt x="17220" y="11371"/>
                    </a:cubicBezTo>
                    <a:close/>
                    <a:moveTo>
                      <a:pt x="7248" y="13642"/>
                    </a:moveTo>
                    <a:cubicBezTo>
                      <a:pt x="7605" y="13846"/>
                      <a:pt x="7971" y="14047"/>
                      <a:pt x="8343" y="14242"/>
                    </a:cubicBezTo>
                    <a:cubicBezTo>
                      <a:pt x="8715" y="14438"/>
                      <a:pt x="9088" y="14625"/>
                      <a:pt x="9461" y="14805"/>
                    </a:cubicBezTo>
                    <a:cubicBezTo>
                      <a:pt x="8794" y="15080"/>
                      <a:pt x="8148" y="15319"/>
                      <a:pt x="7532" y="15522"/>
                    </a:cubicBezTo>
                    <a:cubicBezTo>
                      <a:pt x="7416" y="14934"/>
                      <a:pt x="7320" y="14305"/>
                      <a:pt x="7248" y="13642"/>
                    </a:cubicBezTo>
                    <a:close/>
                    <a:moveTo>
                      <a:pt x="13800" y="13642"/>
                    </a:moveTo>
                    <a:cubicBezTo>
                      <a:pt x="13728" y="14305"/>
                      <a:pt x="13632" y="14934"/>
                      <a:pt x="13516" y="15522"/>
                    </a:cubicBezTo>
                    <a:cubicBezTo>
                      <a:pt x="12900" y="15319"/>
                      <a:pt x="12256" y="15080"/>
                      <a:pt x="11589" y="14805"/>
                    </a:cubicBezTo>
                    <a:cubicBezTo>
                      <a:pt x="11962" y="14625"/>
                      <a:pt x="12335" y="14438"/>
                      <a:pt x="12706" y="14242"/>
                    </a:cubicBezTo>
                    <a:cubicBezTo>
                      <a:pt x="13078" y="14047"/>
                      <a:pt x="13443" y="13846"/>
                      <a:pt x="13800" y="13642"/>
                    </a:cubicBezTo>
                    <a:close/>
                    <a:moveTo>
                      <a:pt x="10524" y="15294"/>
                    </a:moveTo>
                    <a:cubicBezTo>
                      <a:pt x="11478" y="15713"/>
                      <a:pt x="12420" y="16075"/>
                      <a:pt x="13329" y="16369"/>
                    </a:cubicBezTo>
                    <a:cubicBezTo>
                      <a:pt x="12661" y="19087"/>
                      <a:pt x="11556" y="20744"/>
                      <a:pt x="10524" y="20744"/>
                    </a:cubicBezTo>
                    <a:cubicBezTo>
                      <a:pt x="9492" y="20744"/>
                      <a:pt x="8386" y="19087"/>
                      <a:pt x="7719" y="16369"/>
                    </a:cubicBezTo>
                    <a:cubicBezTo>
                      <a:pt x="8628" y="16075"/>
                      <a:pt x="9571" y="15713"/>
                      <a:pt x="10524" y="15294"/>
                    </a:cubicBezTo>
                    <a:close/>
                  </a:path>
                </a:pathLst>
              </a:custGeom>
              <a:solidFill>
                <a:schemeClr val="accent1"/>
              </a:solidFill>
              <a:ln w="3175" cap="flat">
                <a:noFill/>
                <a:miter lim="400000"/>
              </a:ln>
              <a:effectLst/>
            </p:spPr>
            <p:txBody>
              <a:bodyPr wrap="square" lIns="63050" tIns="63050" rIns="63050" bIns="63050" numCol="1" anchor="ctr">
                <a:noAutofit/>
              </a:bodyPr>
              <a:lstStyle/>
              <a:p>
                <a:pPr defTabSz="2575865">
                  <a:defRPr sz="9600" spc="0">
                    <a:solidFill>
                      <a:srgbClr val="000000"/>
                    </a:solidFill>
                  </a:defRPr>
                </a:pPr>
                <a:endParaRPr lang="en-US" noProof="0" dirty="0"/>
              </a:p>
            </p:txBody>
          </p:sp>
        </p:grpSp>
      </p:grpSp>
      <p:sp>
        <p:nvSpPr>
          <p:cNvPr id="215" name="Microscopio"/>
          <p:cNvSpPr/>
          <p:nvPr/>
        </p:nvSpPr>
        <p:spPr>
          <a:xfrm>
            <a:off x="15921642" y="8804361"/>
            <a:ext cx="709269" cy="1016001"/>
          </a:xfrm>
          <a:custGeom>
            <a:avLst/>
            <a:gdLst/>
            <a:ahLst/>
            <a:cxnLst>
              <a:cxn ang="0">
                <a:pos x="wd2" y="hd2"/>
              </a:cxn>
              <a:cxn ang="5400000">
                <a:pos x="wd2" y="hd2"/>
              </a:cxn>
              <a:cxn ang="10800000">
                <a:pos x="wd2" y="hd2"/>
              </a:cxn>
              <a:cxn ang="16200000">
                <a:pos x="wd2" y="hd2"/>
              </a:cxn>
            </a:cxnLst>
            <a:rect l="0" t="0" r="r" b="b"/>
            <a:pathLst>
              <a:path w="21600" h="21600" extrusionOk="0">
                <a:moveTo>
                  <a:pt x="8758" y="0"/>
                </a:moveTo>
                <a:lnTo>
                  <a:pt x="5450" y="778"/>
                </a:lnTo>
                <a:lnTo>
                  <a:pt x="6641" y="3247"/>
                </a:lnTo>
                <a:lnTo>
                  <a:pt x="5792" y="3446"/>
                </a:lnTo>
                <a:lnTo>
                  <a:pt x="6104" y="4092"/>
                </a:lnTo>
                <a:cubicBezTo>
                  <a:pt x="6260" y="4416"/>
                  <a:pt x="6045" y="4765"/>
                  <a:pt x="5610" y="4922"/>
                </a:cubicBezTo>
                <a:cubicBezTo>
                  <a:pt x="2282" y="6123"/>
                  <a:pt x="0" y="8548"/>
                  <a:pt x="0" y="11338"/>
                </a:cubicBezTo>
                <a:cubicBezTo>
                  <a:pt x="0" y="13653"/>
                  <a:pt x="1568" y="15716"/>
                  <a:pt x="4002" y="17038"/>
                </a:cubicBezTo>
                <a:cubicBezTo>
                  <a:pt x="4586" y="17355"/>
                  <a:pt x="4834" y="17888"/>
                  <a:pt x="4600" y="18378"/>
                </a:cubicBezTo>
                <a:lnTo>
                  <a:pt x="4184" y="19249"/>
                </a:lnTo>
                <a:lnTo>
                  <a:pt x="1504" y="19249"/>
                </a:lnTo>
                <a:lnTo>
                  <a:pt x="383" y="21600"/>
                </a:lnTo>
                <a:lnTo>
                  <a:pt x="21600" y="21600"/>
                </a:lnTo>
                <a:lnTo>
                  <a:pt x="20479" y="19249"/>
                </a:lnTo>
                <a:lnTo>
                  <a:pt x="11598" y="19249"/>
                </a:lnTo>
                <a:lnTo>
                  <a:pt x="10562" y="17077"/>
                </a:lnTo>
                <a:lnTo>
                  <a:pt x="11571" y="16839"/>
                </a:lnTo>
                <a:lnTo>
                  <a:pt x="11765" y="17236"/>
                </a:lnTo>
                <a:cubicBezTo>
                  <a:pt x="11884" y="17482"/>
                  <a:pt x="13400" y="17349"/>
                  <a:pt x="15152" y="16937"/>
                </a:cubicBezTo>
                <a:cubicBezTo>
                  <a:pt x="16905" y="16524"/>
                  <a:pt x="18230" y="15990"/>
                  <a:pt x="18111" y="15743"/>
                </a:cubicBezTo>
                <a:lnTo>
                  <a:pt x="17339" y="14141"/>
                </a:lnTo>
                <a:lnTo>
                  <a:pt x="9985" y="15870"/>
                </a:lnTo>
                <a:lnTo>
                  <a:pt x="9392" y="14628"/>
                </a:lnTo>
                <a:lnTo>
                  <a:pt x="18738" y="12430"/>
                </a:lnTo>
                <a:lnTo>
                  <a:pt x="18157" y="11225"/>
                </a:lnTo>
                <a:lnTo>
                  <a:pt x="8816" y="13422"/>
                </a:lnTo>
                <a:cubicBezTo>
                  <a:pt x="8484" y="12824"/>
                  <a:pt x="7243" y="12835"/>
                  <a:pt x="6947" y="13456"/>
                </a:cubicBezTo>
                <a:lnTo>
                  <a:pt x="6503" y="14386"/>
                </a:lnTo>
                <a:cubicBezTo>
                  <a:pt x="6304" y="14804"/>
                  <a:pt x="5529" y="14924"/>
                  <a:pt x="5109" y="14596"/>
                </a:cubicBezTo>
                <a:cubicBezTo>
                  <a:pt x="4000" y="13729"/>
                  <a:pt x="3324" y="12589"/>
                  <a:pt x="3324" y="11338"/>
                </a:cubicBezTo>
                <a:cubicBezTo>
                  <a:pt x="3324" y="9736"/>
                  <a:pt x="4435" y="8310"/>
                  <a:pt x="6145" y="7417"/>
                </a:cubicBezTo>
                <a:cubicBezTo>
                  <a:pt x="6760" y="7095"/>
                  <a:pt x="7648" y="7292"/>
                  <a:pt x="7893" y="7801"/>
                </a:cubicBezTo>
                <a:lnTo>
                  <a:pt x="8198" y="8499"/>
                </a:lnTo>
                <a:cubicBezTo>
                  <a:pt x="7412" y="8705"/>
                  <a:pt x="6996" y="9308"/>
                  <a:pt x="7266" y="9868"/>
                </a:cubicBezTo>
                <a:lnTo>
                  <a:pt x="7411" y="10170"/>
                </a:lnTo>
                <a:lnTo>
                  <a:pt x="10048" y="9550"/>
                </a:lnTo>
                <a:lnTo>
                  <a:pt x="11155" y="11844"/>
                </a:lnTo>
                <a:lnTo>
                  <a:pt x="13852" y="11208"/>
                </a:lnTo>
                <a:lnTo>
                  <a:pt x="12745" y="8916"/>
                </a:lnTo>
                <a:lnTo>
                  <a:pt x="15302" y="8314"/>
                </a:lnTo>
                <a:lnTo>
                  <a:pt x="15157" y="8012"/>
                </a:lnTo>
                <a:cubicBezTo>
                  <a:pt x="14886" y="7450"/>
                  <a:pt x="14024" y="7146"/>
                  <a:pt x="13218" y="7317"/>
                </a:cubicBezTo>
                <a:lnTo>
                  <a:pt x="10821" y="2265"/>
                </a:lnTo>
                <a:lnTo>
                  <a:pt x="9949" y="2469"/>
                </a:lnTo>
                <a:lnTo>
                  <a:pt x="8758" y="0"/>
                </a:lnTo>
                <a:close/>
                <a:moveTo>
                  <a:pt x="7777" y="15736"/>
                </a:moveTo>
                <a:cubicBezTo>
                  <a:pt x="8266" y="15736"/>
                  <a:pt x="8661" y="16014"/>
                  <a:pt x="8661" y="16355"/>
                </a:cubicBezTo>
                <a:cubicBezTo>
                  <a:pt x="8661" y="16696"/>
                  <a:pt x="8266" y="16972"/>
                  <a:pt x="7777" y="16972"/>
                </a:cubicBezTo>
                <a:cubicBezTo>
                  <a:pt x="7288" y="16972"/>
                  <a:pt x="6891" y="16696"/>
                  <a:pt x="6891" y="16355"/>
                </a:cubicBezTo>
                <a:cubicBezTo>
                  <a:pt x="6891" y="16014"/>
                  <a:pt x="7288" y="15736"/>
                  <a:pt x="7777" y="15736"/>
                </a:cubicBezTo>
                <a:close/>
              </a:path>
            </a:pathLst>
          </a:custGeom>
          <a:solidFill>
            <a:schemeClr val="accent1"/>
          </a:solidFill>
          <a:ln w="3175">
            <a:miter lim="400000"/>
          </a:ln>
        </p:spPr>
        <p:txBody>
          <a:bodyPr lIns="63050" tIns="63050" rIns="63050" bIns="63050" anchor="ctr"/>
          <a:lstStyle/>
          <a:p>
            <a:pPr defTabSz="2575865">
              <a:defRPr sz="9600" spc="0">
                <a:solidFill>
                  <a:srgbClr val="000000"/>
                </a:solidFill>
              </a:defRPr>
            </a:pPr>
            <a:endParaRPr lang="en-US" noProof="0" dirty="0"/>
          </a:p>
        </p:txBody>
      </p:sp>
      <p:sp>
        <p:nvSpPr>
          <p:cNvPr id="510" name="Rettangolo arrotondato"/>
          <p:cNvSpPr/>
          <p:nvPr/>
        </p:nvSpPr>
        <p:spPr>
          <a:xfrm>
            <a:off x="1319379" y="39646423"/>
            <a:ext cx="27624396" cy="2721917"/>
          </a:xfrm>
          <a:prstGeom prst="roundRect">
            <a:avLst>
              <a:gd name="adj" fmla="val 9334"/>
            </a:avLst>
          </a:prstGeom>
          <a:solidFill>
            <a:srgbClr val="FFFFFF"/>
          </a:solidFill>
          <a:ln w="76200">
            <a:solidFill>
              <a:srgbClr val="B12649"/>
            </a:solidFill>
            <a:miter lim="400000"/>
          </a:ln>
        </p:spPr>
        <p:txBody>
          <a:bodyPr lIns="63050" tIns="63050" rIns="63050" bIns="63050" anchor="ctr"/>
          <a:lstStyle/>
          <a:p>
            <a:pPr defTabSz="2575865">
              <a:defRPr sz="9600" spc="0">
                <a:solidFill>
                  <a:srgbClr val="FFFFFF"/>
                </a:solidFill>
              </a:defRPr>
            </a:pPr>
            <a:endParaRPr lang="en-US" noProof="0" dirty="0">
              <a:solidFill>
                <a:srgbClr val="F0F0F0"/>
              </a:solidFill>
            </a:endParaRPr>
          </a:p>
        </p:txBody>
      </p:sp>
      <p:sp>
        <p:nvSpPr>
          <p:cNvPr id="511" name="[1] M. Larocca, et al., Theory of overparametrization in quantum neural networks, Nature Computational Science (2023)…"/>
          <p:cNvSpPr txBox="1"/>
          <p:nvPr/>
        </p:nvSpPr>
        <p:spPr>
          <a:xfrm>
            <a:off x="1632187" y="40028131"/>
            <a:ext cx="26914532" cy="1796802"/>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6745" tIns="56745" rIns="56745" bIns="56745">
            <a:noAutofit/>
          </a:bodyPr>
          <a:lstStyle/>
          <a:p>
            <a:pPr algn="l" defTabSz="2034934">
              <a:defRPr sz="1580" spc="0">
                <a:solidFill>
                  <a:srgbClr val="B12649"/>
                </a:solidFill>
                <a:latin typeface="+mn-lt"/>
                <a:ea typeface="+mn-ea"/>
                <a:cs typeface="+mn-cs"/>
                <a:sym typeface="Graphik"/>
              </a:defRPr>
            </a:pPr>
            <a:r>
              <a:rPr lang="en-US" sz="2500" noProof="0" dirty="0">
                <a:solidFill>
                  <a:srgbClr val="000000"/>
                </a:solidFill>
              </a:rPr>
              <a:t>[1]  </a:t>
            </a:r>
            <a:r>
              <a:rPr lang="en-US" sz="2500" dirty="0">
                <a:solidFill>
                  <a:srgbClr val="000000"/>
                </a:solidFill>
              </a:rPr>
              <a:t>E.T. Roll</a:t>
            </a:r>
            <a:r>
              <a:rPr lang="en-US" sz="2500" noProof="0" dirty="0">
                <a:solidFill>
                  <a:srgbClr val="000000"/>
                </a:solidFill>
              </a:rPr>
              <a:t>, et al., “The mechanism for patter completion and pattern separation in the hippocampus” in Frontiers in System Neuroscience, 2013.</a:t>
            </a:r>
          </a:p>
          <a:p>
            <a:pPr algn="l" defTabSz="2034934">
              <a:defRPr sz="1580" spc="0">
                <a:solidFill>
                  <a:srgbClr val="B12649"/>
                </a:solidFill>
                <a:latin typeface="+mn-lt"/>
                <a:ea typeface="+mn-ea"/>
                <a:cs typeface="+mn-cs"/>
                <a:sym typeface="Graphik"/>
              </a:defRPr>
            </a:pPr>
            <a:r>
              <a:rPr lang="en-US" sz="2500" noProof="0" dirty="0">
                <a:solidFill>
                  <a:srgbClr val="000000"/>
                </a:solidFill>
              </a:rPr>
              <a:t>[2]  L. </a:t>
            </a:r>
            <a:r>
              <a:rPr lang="en-US" sz="2500" noProof="0" dirty="0" err="1">
                <a:solidFill>
                  <a:srgbClr val="000000"/>
                </a:solidFill>
              </a:rPr>
              <a:t>Lavagna</a:t>
            </a:r>
            <a:r>
              <a:rPr lang="en-US" sz="2500" dirty="0">
                <a:solidFill>
                  <a:srgbClr val="000000"/>
                </a:solidFill>
              </a:rPr>
              <a:t>, et al. ‘Novel quantum approaches to hyperdimensional computing for neural networks”, Proceeding of the International Joint Conference on Neural Networks, 2025.</a:t>
            </a:r>
          </a:p>
          <a:p>
            <a:pPr algn="l" defTabSz="2034934">
              <a:defRPr sz="1580" spc="0">
                <a:solidFill>
                  <a:srgbClr val="B12649"/>
                </a:solidFill>
                <a:latin typeface="+mn-lt"/>
                <a:ea typeface="+mn-ea"/>
                <a:cs typeface="+mn-cs"/>
                <a:sym typeface="Graphik"/>
              </a:defRPr>
            </a:pPr>
            <a:r>
              <a:rPr lang="en-US" sz="2500" noProof="0" dirty="0">
                <a:solidFill>
                  <a:srgbClr val="000000"/>
                </a:solidFill>
              </a:rPr>
              <a:t>[3]  D. </a:t>
            </a:r>
            <a:r>
              <a:rPr lang="en-US" sz="2500" noProof="0" dirty="0" err="1">
                <a:solidFill>
                  <a:srgbClr val="000000"/>
                </a:solidFill>
              </a:rPr>
              <a:t>Kleyko</a:t>
            </a:r>
            <a:r>
              <a:rPr lang="en-US" sz="2500" dirty="0">
                <a:solidFill>
                  <a:srgbClr val="000000"/>
                </a:solidFill>
              </a:rPr>
              <a:t>, et al. “A survey on hyperdimensional computing aka vector symbolic architectures, part i: Models and data transformations”, ACM Computing Surveys, 2023.</a:t>
            </a:r>
            <a:endParaRPr lang="en-US" sz="2500" noProof="0" dirty="0">
              <a:solidFill>
                <a:srgbClr val="000000"/>
              </a:solidFill>
            </a:endParaRPr>
          </a:p>
          <a:p>
            <a:pPr algn="just" defTabSz="2034934">
              <a:defRPr sz="1580" spc="0">
                <a:solidFill>
                  <a:srgbClr val="B12649"/>
                </a:solidFill>
                <a:latin typeface="+mn-lt"/>
                <a:ea typeface="+mn-ea"/>
                <a:cs typeface="+mn-cs"/>
                <a:sym typeface="Graphik"/>
              </a:defRPr>
            </a:pPr>
            <a:r>
              <a:rPr lang="en-US" sz="2500" noProof="0" dirty="0">
                <a:solidFill>
                  <a:srgbClr val="000000"/>
                </a:solidFill>
              </a:rPr>
              <a:t>[4] D. Ventura et al, “ Quantum associative memory”, Information Sciences, 2000.</a:t>
            </a:r>
          </a:p>
        </p:txBody>
      </p:sp>
      <p:sp>
        <p:nvSpPr>
          <p:cNvPr id="615" name="• If the model’s performance on the testing set gets worse than on the training set over the iterations, it probably indicates overfitting…"/>
          <p:cNvSpPr txBox="1"/>
          <p:nvPr/>
        </p:nvSpPr>
        <p:spPr>
          <a:xfrm flipH="1">
            <a:off x="8930576" y="31808576"/>
            <a:ext cx="4486629" cy="282037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3050" tIns="63050" rIns="63050" bIns="63050" anchor="ctr">
            <a:spAutoFit/>
          </a:bodyPr>
          <a:lstStyle/>
          <a:p>
            <a:pPr algn="l">
              <a:defRPr sz="2500" spc="50">
                <a:latin typeface="+mn-lt"/>
                <a:ea typeface="+mn-ea"/>
                <a:cs typeface="+mn-cs"/>
                <a:sym typeface="Graphik"/>
              </a:defRPr>
            </a:pPr>
            <a:r>
              <a:rPr lang="en-US" noProof="0" dirty="0"/>
              <a:t>• If the model’s performance on the testing set gets worse than on the training set over the iterations, it probably indicates </a:t>
            </a:r>
            <a:r>
              <a:rPr lang="en-US" b="1" noProof="0" dirty="0"/>
              <a:t>overfitting</a:t>
            </a:r>
            <a:r>
              <a:rPr lang="en-US" noProof="0" dirty="0"/>
              <a:t> </a:t>
            </a:r>
          </a:p>
          <a:p>
            <a:pPr algn="l">
              <a:defRPr sz="2500" spc="50">
                <a:latin typeface="+mn-lt"/>
                <a:ea typeface="+mn-ea"/>
                <a:cs typeface="+mn-cs"/>
                <a:sym typeface="Graphik"/>
              </a:defRPr>
            </a:pPr>
            <a:r>
              <a:rPr lang="en-US" noProof="0" dirty="0"/>
              <a:t>• A model is likely to overfit if it is </a:t>
            </a:r>
            <a:r>
              <a:rPr lang="en-US" b="1" noProof="0" dirty="0"/>
              <a:t>overparametrized</a:t>
            </a:r>
          </a:p>
        </p:txBody>
      </p:sp>
      <p:sp>
        <p:nvSpPr>
          <p:cNvPr id="639" name="[3] F. Scala, A. Ceschini, et al., A general approach to Dropout in Quantum Neural Networks, ArXiv 2310…."/>
          <p:cNvSpPr txBox="1"/>
          <p:nvPr/>
        </p:nvSpPr>
        <p:spPr>
          <a:xfrm>
            <a:off x="16201259" y="40635660"/>
            <a:ext cx="9913474" cy="588996"/>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p>
            <a:pPr algn="l" defTabSz="2575865">
              <a:defRPr sz="3000" spc="0">
                <a:solidFill>
                  <a:srgbClr val="B12649"/>
                </a:solidFill>
                <a:latin typeface="+mn-lt"/>
                <a:ea typeface="+mn-ea"/>
                <a:cs typeface="+mn-cs"/>
                <a:sym typeface="Graphik"/>
              </a:defRPr>
            </a:pPr>
            <a:endParaRPr lang="en-US" noProof="0" dirty="0"/>
          </a:p>
        </p:txBody>
      </p:sp>
      <p:sp>
        <p:nvSpPr>
          <p:cNvPr id="640" name="BIBLIOGRAPHY"/>
          <p:cNvSpPr txBox="1"/>
          <p:nvPr/>
        </p:nvSpPr>
        <p:spPr>
          <a:xfrm rot="16200000">
            <a:off x="-1203252" y="40468065"/>
            <a:ext cx="3772017" cy="81982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63050" tIns="63050" rIns="63050" bIns="63050" anchor="ctr">
            <a:spAutoFit/>
          </a:bodyPr>
          <a:lstStyle>
            <a:lvl1pPr defTabSz="2575865">
              <a:defRPr sz="3000" b="1" spc="0">
                <a:solidFill>
                  <a:srgbClr val="B12649"/>
                </a:solidFill>
                <a:latin typeface="+mn-lt"/>
                <a:ea typeface="+mn-ea"/>
                <a:cs typeface="+mn-cs"/>
                <a:sym typeface="Graphik"/>
              </a:defRPr>
            </a:lvl1pPr>
          </a:lstStyle>
          <a:p>
            <a:r>
              <a:rPr lang="en-US" sz="4500" spc="-20" noProof="0" dirty="0"/>
              <a:t>REFERENCES</a:t>
            </a:r>
          </a:p>
        </p:txBody>
      </p:sp>
      <p:sp>
        <p:nvSpPr>
          <p:cNvPr id="17" name="Rettangolo arrotondato">
            <a:extLst>
              <a:ext uri="{FF2B5EF4-FFF2-40B4-BE49-F238E27FC236}">
                <a16:creationId xmlns:a16="http://schemas.microsoft.com/office/drawing/2014/main" id="{1973C336-4E72-F458-4947-3B98B3C80A8C}"/>
              </a:ext>
            </a:extLst>
          </p:cNvPr>
          <p:cNvSpPr/>
          <p:nvPr/>
        </p:nvSpPr>
        <p:spPr>
          <a:xfrm>
            <a:off x="1319379" y="24982167"/>
            <a:ext cx="27624396" cy="14285002"/>
          </a:xfrm>
          <a:prstGeom prst="roundRect">
            <a:avLst>
              <a:gd name="adj" fmla="val 1945"/>
            </a:avLst>
          </a:prstGeom>
          <a:solidFill>
            <a:srgbClr val="FFFFFF"/>
          </a:solidFill>
          <a:ln w="76200">
            <a:solidFill>
              <a:srgbClr val="B12649"/>
            </a:solidFill>
            <a:miter lim="400000"/>
          </a:ln>
        </p:spPr>
        <p:txBody>
          <a:bodyPr lIns="63050" tIns="63050" rIns="63050" bIns="63050" anchor="ctr"/>
          <a:lstStyle/>
          <a:p>
            <a:pPr defTabSz="2575865">
              <a:defRPr sz="9600" spc="0">
                <a:solidFill>
                  <a:srgbClr val="000000"/>
                </a:solidFill>
              </a:defRPr>
            </a:pPr>
            <a:endParaRPr lang="en-US" noProof="0" dirty="0"/>
          </a:p>
        </p:txBody>
      </p:sp>
      <p:sp>
        <p:nvSpPr>
          <p:cNvPr id="2" name="Rettangolo arrotondato">
            <a:extLst>
              <a:ext uri="{FF2B5EF4-FFF2-40B4-BE49-F238E27FC236}">
                <a16:creationId xmlns:a16="http://schemas.microsoft.com/office/drawing/2014/main" id="{3A85B524-4D0C-DB92-E9B3-FD0B8B7A5DEC}"/>
              </a:ext>
            </a:extLst>
          </p:cNvPr>
          <p:cNvSpPr/>
          <p:nvPr/>
        </p:nvSpPr>
        <p:spPr>
          <a:xfrm>
            <a:off x="1319380" y="13791930"/>
            <a:ext cx="27624394" cy="10805530"/>
          </a:xfrm>
          <a:prstGeom prst="roundRect">
            <a:avLst>
              <a:gd name="adj" fmla="val 3506"/>
            </a:avLst>
          </a:prstGeom>
          <a:solidFill>
            <a:srgbClr val="FFFFFF"/>
          </a:solidFill>
          <a:ln w="76200">
            <a:solidFill>
              <a:srgbClr val="B12649"/>
            </a:solidFill>
            <a:miter lim="400000"/>
          </a:ln>
        </p:spPr>
        <p:txBody>
          <a:bodyPr lIns="63050" tIns="63050" rIns="63050" bIns="63050" anchor="ctr"/>
          <a:lstStyle/>
          <a:p>
            <a:pPr defTabSz="2575865">
              <a:defRPr sz="9600" spc="0">
                <a:solidFill>
                  <a:srgbClr val="FFFFFF"/>
                </a:solidFill>
              </a:defRPr>
            </a:pPr>
            <a:r>
              <a:rPr lang="en-US" sz="9600" noProof="0" dirty="0"/>
              <a:t>multivariate time series forecasting was conducted using datasets es, and a comparison was made with quantum networks (QLSTM) and classical networks (Bi-LSTM, LSTM, GRU).</a:t>
            </a:r>
          </a:p>
          <a:p>
            <a:pPr defTabSz="2575865">
              <a:defRPr sz="9600" spc="0">
                <a:solidFill>
                  <a:srgbClr val="FFFFFF"/>
                </a:solidFill>
              </a:defRPr>
            </a:pPr>
            <a:endParaRPr lang="en-US" noProof="0" dirty="0"/>
          </a:p>
        </p:txBody>
      </p:sp>
      <mc:AlternateContent xmlns:mc="http://schemas.openxmlformats.org/markup-compatibility/2006">
        <mc:Choice xmlns:a14="http://schemas.microsoft.com/office/drawing/2010/main" Requires="a14">
          <p:sp>
            <p:nvSpPr>
              <p:cNvPr id="46" name="CasellaDiTesto 45">
                <a:extLst>
                  <a:ext uri="{FF2B5EF4-FFF2-40B4-BE49-F238E27FC236}">
                    <a16:creationId xmlns:a16="http://schemas.microsoft.com/office/drawing/2014/main" id="{4B9AB449-0564-6924-93F3-1F86116B789B}"/>
                  </a:ext>
                </a:extLst>
              </p:cNvPr>
              <p:cNvSpPr txBox="1"/>
              <p:nvPr/>
            </p:nvSpPr>
            <p:spPr>
              <a:xfrm>
                <a:off x="2083465" y="14480244"/>
                <a:ext cx="11391649" cy="938384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pPr marL="457200" indent="-457200" algn="l">
                  <a:buFont typeface="Arial" panose="020B0604020202020204" pitchFamily="34" charset="0"/>
                  <a:buChar char="•"/>
                </a:pPr>
                <a:r>
                  <a:rPr lang="it-IT" sz="2600" b="1" dirty="0">
                    <a:solidFill>
                      <a:srgbClr val="000000"/>
                    </a:solidFill>
                  </a:rPr>
                  <a:t>Binary Pattern </a:t>
                </a:r>
                <a:r>
                  <a:rPr lang="it-IT" sz="2600" b="1" dirty="0" err="1">
                    <a:solidFill>
                      <a:srgbClr val="000000"/>
                    </a:solidFill>
                  </a:rPr>
                  <a:t>Completion</a:t>
                </a:r>
                <a:r>
                  <a:rPr lang="it-IT" sz="2600" b="1" dirty="0">
                    <a:solidFill>
                      <a:srgbClr val="000000"/>
                    </a:solidFill>
                  </a:rPr>
                  <a:t> [1] </a:t>
                </a:r>
                <a:r>
                  <a:rPr lang="it-IT" sz="2600" dirty="0" err="1">
                    <a:solidFill>
                      <a:srgbClr val="000000"/>
                    </a:solidFill>
                  </a:rPr>
                  <a:t>problem</a:t>
                </a:r>
                <a:r>
                  <a:rPr lang="it-IT" sz="2600" dirty="0">
                    <a:solidFill>
                      <a:srgbClr val="000000"/>
                    </a:solidFill>
                  </a:rPr>
                  <a:t> </a:t>
                </a:r>
                <a:r>
                  <a:rPr lang="it-IT" sz="2600" dirty="0" err="1">
                    <a:solidFill>
                      <a:srgbClr val="000000"/>
                    </a:solidFill>
                  </a:rPr>
                  <a:t>aims</a:t>
                </a:r>
                <a:r>
                  <a:rPr lang="it-IT" sz="2600" dirty="0">
                    <a:solidFill>
                      <a:srgbClr val="000000"/>
                    </a:solidFill>
                  </a:rPr>
                  <a:t> to </a:t>
                </a:r>
                <a:r>
                  <a:rPr lang="it-IT" sz="2600" dirty="0" err="1">
                    <a:solidFill>
                      <a:srgbClr val="000000"/>
                    </a:solidFill>
                  </a:rPr>
                  <a:t>reconstruct</a:t>
                </a:r>
                <a:r>
                  <a:rPr lang="it-IT" sz="2600" dirty="0">
                    <a:solidFill>
                      <a:srgbClr val="000000"/>
                    </a:solidFill>
                  </a:rPr>
                  <a:t> a </a:t>
                </a:r>
                <a:r>
                  <a:rPr lang="it-IT" sz="2600" dirty="0" err="1">
                    <a:solidFill>
                      <a:srgbClr val="000000"/>
                    </a:solidFill>
                  </a:rPr>
                  <a:t>sequence</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𝑧</m:t>
                    </m:r>
                    <m:r>
                      <a:rPr lang="it-IT" sz="2600">
                        <a:solidFill>
                          <a:srgbClr val="000000"/>
                        </a:solidFill>
                        <a:latin typeface="Cambria Math" panose="02040503050406030204" pitchFamily="18" charset="0"/>
                      </a:rPr>
                      <m:t>=</m:t>
                    </m:r>
                    <m:r>
                      <a:rPr lang="it-IT" sz="2600" i="1">
                        <a:solidFill>
                          <a:srgbClr val="000000"/>
                        </a:solidFill>
                        <a:latin typeface="Cambria Math" panose="02040503050406030204" pitchFamily="18" charset="0"/>
                      </a:rPr>
                      <m:t>𝑦</m:t>
                    </m:r>
                    <m:r>
                      <a:rPr lang="it-IT" sz="2600" i="1">
                        <a:solidFill>
                          <a:srgbClr val="000000"/>
                        </a:solidFill>
                        <a:latin typeface="Cambria Math" panose="02040503050406030204" pitchFamily="18" charset="0"/>
                      </a:rPr>
                      <m:t>𝜔</m:t>
                    </m:r>
                  </m:oMath>
                </a14:m>
                <a:r>
                  <a:rPr lang="it-IT" sz="2600" dirty="0">
                    <a:solidFill>
                      <a:srgbClr val="000000"/>
                    </a:solidFill>
                  </a:rPr>
                  <a:t>  from a </a:t>
                </a:r>
                <a:r>
                  <a:rPr lang="it-IT" sz="2600" dirty="0" err="1">
                    <a:solidFill>
                      <a:srgbClr val="000000"/>
                    </a:solidFill>
                  </a:rPr>
                  <a:t>partial</a:t>
                </a:r>
                <a:r>
                  <a:rPr lang="it-IT" sz="2600" dirty="0">
                    <a:solidFill>
                      <a:srgbClr val="000000"/>
                    </a:solidFill>
                  </a:rPr>
                  <a:t> </a:t>
                </a:r>
                <a:r>
                  <a:rPr lang="it-IT" sz="2600" dirty="0" err="1">
                    <a:solidFill>
                      <a:srgbClr val="000000"/>
                    </a:solidFill>
                  </a:rPr>
                  <a:t>observation</a:t>
                </a:r>
                <a:r>
                  <a:rPr lang="it-IT" sz="2600" dirty="0">
                    <a:solidFill>
                      <a:srgbClr val="000000"/>
                    </a:solidFill>
                  </a:rPr>
                  <a:t> </a:t>
                </a:r>
                <a14:m>
                  <m:oMath xmlns:m="http://schemas.openxmlformats.org/officeDocument/2006/math">
                    <m:r>
                      <a:rPr lang="it-IT" sz="2600" b="0" i="0" smtClean="0">
                        <a:solidFill>
                          <a:srgbClr val="000000"/>
                        </a:solidFill>
                        <a:latin typeface="Cambria Math" panose="02040503050406030204" pitchFamily="18" charset="0"/>
                      </a:rPr>
                      <m:t> </m:t>
                    </m:r>
                    <m:r>
                      <a:rPr lang="it-IT" sz="2600" i="1">
                        <a:solidFill>
                          <a:srgbClr val="000000"/>
                        </a:solidFill>
                        <a:latin typeface="Cambria Math" panose="02040503050406030204" pitchFamily="18" charset="0"/>
                      </a:rPr>
                      <m:t>𝑦</m:t>
                    </m:r>
                    <m:r>
                      <a:rPr lang="it-IT" sz="2600" b="0" i="1" smtClean="0">
                        <a:solidFill>
                          <a:srgbClr val="000000"/>
                        </a:solidFill>
                        <a:latin typeface="Cambria Math" panose="02040503050406030204" pitchFamily="18" charset="0"/>
                      </a:rPr>
                      <m:t> </m:t>
                    </m:r>
                  </m:oMath>
                </a14:m>
                <a:r>
                  <a:rPr lang="it-IT" sz="2600" dirty="0">
                    <a:solidFill>
                      <a:srgbClr val="000000"/>
                    </a:solidFill>
                  </a:rPr>
                  <a:t>under a set of </a:t>
                </a:r>
                <a:r>
                  <a:rPr lang="it-IT" sz="2600" dirty="0" err="1">
                    <a:solidFill>
                      <a:srgbClr val="000000"/>
                    </a:solidFill>
                  </a:rPr>
                  <a:t>constraints</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𝐶</m:t>
                    </m:r>
                  </m:oMath>
                </a14:m>
                <a:r>
                  <a:rPr lang="it-IT" sz="2600" dirty="0">
                    <a:solidFill>
                      <a:srgbClr val="000000"/>
                    </a:solidFill>
                  </a:rPr>
                  <a:t>, </a:t>
                </a:r>
                <a:r>
                  <a:rPr lang="it-IT" sz="2600" dirty="0" err="1">
                    <a:solidFill>
                      <a:srgbClr val="000000"/>
                    </a:solidFill>
                  </a:rPr>
                  <a:t>such</a:t>
                </a:r>
                <a:r>
                  <a:rPr lang="it-IT" sz="2600" dirty="0">
                    <a:solidFill>
                      <a:srgbClr val="000000"/>
                    </a:solidFill>
                  </a:rPr>
                  <a:t> </a:t>
                </a:r>
                <a:r>
                  <a:rPr lang="it-IT" sz="2600" dirty="0" err="1">
                    <a:solidFill>
                      <a:srgbClr val="000000"/>
                    </a:solidFill>
                  </a:rPr>
                  <a:t>as</a:t>
                </a:r>
                <a:r>
                  <a:rPr lang="it-IT" sz="2600" dirty="0">
                    <a:solidFill>
                      <a:srgbClr val="000000"/>
                    </a:solidFill>
                  </a:rPr>
                  <a:t> </a:t>
                </a:r>
                <a:r>
                  <a:rPr lang="it-IT" sz="2600" dirty="0" err="1">
                    <a:solidFill>
                      <a:srgbClr val="000000"/>
                    </a:solidFill>
                  </a:rPr>
                  <a:t>belonging</a:t>
                </a:r>
                <a:r>
                  <a:rPr lang="it-IT" sz="2600" dirty="0">
                    <a:solidFill>
                      <a:srgbClr val="000000"/>
                    </a:solidFill>
                  </a:rPr>
                  <a:t> to a regular </a:t>
                </a:r>
                <a:r>
                  <a:rPr lang="it-IT" sz="2600" dirty="0" err="1">
                    <a:solidFill>
                      <a:srgbClr val="000000"/>
                    </a:solidFill>
                  </a:rPr>
                  <a:t>language</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𝐿</m:t>
                    </m:r>
                  </m:oMath>
                </a14:m>
                <a:r>
                  <a:rPr lang="it-IT" sz="2600" dirty="0">
                    <a:solidFill>
                      <a:srgbClr val="000000"/>
                    </a:solidFill>
                  </a:rPr>
                  <a:t>. </a:t>
                </a:r>
                <a:r>
                  <a:rPr lang="it-IT" sz="2600" dirty="0" err="1">
                    <a:solidFill>
                      <a:srgbClr val="000000"/>
                    </a:solidFill>
                  </a:rPr>
                  <a:t>When</a:t>
                </a:r>
                <a:r>
                  <a:rPr lang="it-IT" sz="2600" dirty="0">
                    <a:solidFill>
                      <a:srgbClr val="000000"/>
                    </a:solidFill>
                  </a:rPr>
                  <a:t> </a:t>
                </a:r>
                <a:r>
                  <a:rPr lang="it-IT" sz="2600" dirty="0" err="1">
                    <a:solidFill>
                      <a:srgbClr val="000000"/>
                    </a:solidFill>
                  </a:rPr>
                  <a:t>formulated</a:t>
                </a:r>
                <a:r>
                  <a:rPr lang="it-IT" sz="2600" dirty="0">
                    <a:solidFill>
                      <a:srgbClr val="000000"/>
                    </a:solidFill>
                  </a:rPr>
                  <a:t> with a </a:t>
                </a:r>
                <a:r>
                  <a:rPr lang="it-IT" sz="2600" dirty="0" err="1">
                    <a:solidFill>
                      <a:srgbClr val="000000"/>
                    </a:solidFill>
                  </a:rPr>
                  <a:t>deterministic</a:t>
                </a:r>
                <a:r>
                  <a:rPr lang="it-IT" sz="2600" dirty="0">
                    <a:solidFill>
                      <a:srgbClr val="000000"/>
                    </a:solidFill>
                  </a:rPr>
                  <a:t> finite </a:t>
                </a:r>
                <a:r>
                  <a:rPr lang="it-IT" sz="2600" dirty="0" err="1">
                    <a:solidFill>
                      <a:srgbClr val="000000"/>
                    </a:solidFill>
                  </a:rPr>
                  <a:t>automaton</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𝑀</m:t>
                    </m:r>
                    <m:r>
                      <a:rPr lang="it-IT" sz="2600">
                        <a:solidFill>
                          <a:srgbClr val="000000"/>
                        </a:solidFill>
                        <a:latin typeface="Cambria Math" panose="02040503050406030204" pitchFamily="18" charset="0"/>
                      </a:rPr>
                      <m:t>=</m:t>
                    </m:r>
                    <m:d>
                      <m:dPr>
                        <m:sepChr m:val=","/>
                        <m:ctrlPr>
                          <a:rPr lang="ar-AE" sz="2600" i="1">
                            <a:solidFill>
                              <a:srgbClr val="000000"/>
                            </a:solidFill>
                            <a:latin typeface="Cambria Math" panose="02040503050406030204" pitchFamily="18" charset="0"/>
                          </a:rPr>
                        </m:ctrlPr>
                      </m:dPr>
                      <m:e>
                        <m:r>
                          <a:rPr lang="ar-AE" sz="2600" i="1">
                            <a:solidFill>
                              <a:srgbClr val="000000"/>
                            </a:solidFill>
                            <a:latin typeface="Cambria Math" panose="02040503050406030204" pitchFamily="18" charset="0"/>
                          </a:rPr>
                          <m:t>𝑄</m:t>
                        </m:r>
                      </m:e>
                      <m:e>
                        <m:r>
                          <m:rPr>
                            <m:sty m:val="p"/>
                          </m:rPr>
                          <a:rPr lang="el-GR" sz="2600">
                            <a:solidFill>
                              <a:srgbClr val="000000"/>
                            </a:solidFill>
                            <a:latin typeface="Cambria Math" panose="02040503050406030204" pitchFamily="18" charset="0"/>
                          </a:rPr>
                          <m:t>Σ</m:t>
                        </m:r>
                      </m:e>
                      <m:e>
                        <m:r>
                          <a:rPr lang="ar-AE" sz="2600" i="1">
                            <a:solidFill>
                              <a:srgbClr val="000000"/>
                            </a:solidFill>
                            <a:latin typeface="Cambria Math" panose="02040503050406030204" pitchFamily="18" charset="0"/>
                          </a:rPr>
                          <m:t>𝛿</m:t>
                        </m:r>
                      </m:e>
                      <m:e>
                        <m:sSub>
                          <m:sSubPr>
                            <m:ctrlPr>
                              <a:rPr lang="ar-AE" sz="2600" i="1">
                                <a:solidFill>
                                  <a:srgbClr val="000000"/>
                                </a:solidFill>
                                <a:latin typeface="Cambria Math" panose="02040503050406030204" pitchFamily="18" charset="0"/>
                              </a:rPr>
                            </m:ctrlPr>
                          </m:sSubPr>
                          <m:e>
                            <m:r>
                              <a:rPr lang="ar-AE" sz="2600" i="1">
                                <a:solidFill>
                                  <a:srgbClr val="000000"/>
                                </a:solidFill>
                                <a:latin typeface="Cambria Math" panose="02040503050406030204" pitchFamily="18" charset="0"/>
                              </a:rPr>
                              <m:t>𝑞</m:t>
                            </m:r>
                          </m:e>
                          <m:sub>
                            <m:r>
                              <a:rPr lang="ar-AE" sz="2600">
                                <a:solidFill>
                                  <a:srgbClr val="000000"/>
                                </a:solidFill>
                                <a:latin typeface="Cambria Math" panose="02040503050406030204" pitchFamily="18" charset="0"/>
                              </a:rPr>
                              <m:t>0</m:t>
                            </m:r>
                          </m:sub>
                        </m:sSub>
                      </m:e>
                      <m:e>
                        <m:r>
                          <a:rPr lang="ar-AE" sz="2600" i="1">
                            <a:solidFill>
                              <a:srgbClr val="000000"/>
                            </a:solidFill>
                            <a:latin typeface="Cambria Math" panose="02040503050406030204" pitchFamily="18" charset="0"/>
                          </a:rPr>
                          <m:t>𝐹</m:t>
                        </m:r>
                      </m:e>
                    </m:d>
                  </m:oMath>
                </a14:m>
                <a:r>
                  <a:rPr lang="ar-AE" sz="2600" dirty="0">
                    <a:solidFill>
                      <a:srgbClr val="000000"/>
                    </a:solidFill>
                  </a:rPr>
                  <a:t>, </a:t>
                </a:r>
                <a:r>
                  <a:rPr lang="it-IT" sz="2600" dirty="0" err="1">
                    <a:solidFill>
                      <a:srgbClr val="000000"/>
                    </a:solidFill>
                  </a:rPr>
                  <a:t>it</a:t>
                </a:r>
                <a:r>
                  <a:rPr lang="it-IT" sz="2600" dirty="0">
                    <a:solidFill>
                      <a:srgbClr val="000000"/>
                    </a:solidFill>
                  </a:rPr>
                  <a:t> </a:t>
                </a:r>
                <a:r>
                  <a:rPr lang="it-IT" sz="2600" dirty="0" err="1">
                    <a:solidFill>
                      <a:srgbClr val="000000"/>
                    </a:solidFill>
                  </a:rPr>
                  <a:t>corresponds</a:t>
                </a:r>
                <a:r>
                  <a:rPr lang="it-IT" sz="2600" dirty="0">
                    <a:solidFill>
                      <a:srgbClr val="000000"/>
                    </a:solidFill>
                  </a:rPr>
                  <a:t> to </a:t>
                </a:r>
                <a:r>
                  <a:rPr lang="it-IT" sz="2600" dirty="0" err="1">
                    <a:solidFill>
                      <a:srgbClr val="000000"/>
                    </a:solidFill>
                  </a:rPr>
                  <a:t>finding</a:t>
                </a:r>
                <a:r>
                  <a:rPr lang="it-IT" sz="2600" dirty="0">
                    <a:solidFill>
                      <a:srgbClr val="000000"/>
                    </a:solidFill>
                  </a:rPr>
                  <a:t> </a:t>
                </a:r>
                <a:r>
                  <a:rPr lang="it-IT" sz="2600" dirty="0" err="1">
                    <a:solidFill>
                      <a:srgbClr val="000000"/>
                    </a:solidFill>
                  </a:rPr>
                  <a:t>paths</a:t>
                </a:r>
                <a:r>
                  <a:rPr lang="it-IT" sz="2600" dirty="0">
                    <a:solidFill>
                      <a:srgbClr val="000000"/>
                    </a:solidFill>
                  </a:rPr>
                  <a:t> from </a:t>
                </a:r>
                <a14:m>
                  <m:oMath xmlns:m="http://schemas.openxmlformats.org/officeDocument/2006/math">
                    <m:acc>
                      <m:accPr>
                        <m:chr m:val="̂"/>
                        <m:ctrlPr>
                          <a:rPr lang="ar-AE" sz="2600" i="1">
                            <a:solidFill>
                              <a:srgbClr val="000000"/>
                            </a:solidFill>
                            <a:latin typeface="Cambria Math" panose="02040503050406030204" pitchFamily="18" charset="0"/>
                          </a:rPr>
                        </m:ctrlPr>
                      </m:accPr>
                      <m:e>
                        <m:r>
                          <a:rPr lang="ar-AE" sz="2600" i="1">
                            <a:solidFill>
                              <a:srgbClr val="000000"/>
                            </a:solidFill>
                            <a:latin typeface="Cambria Math" panose="02040503050406030204" pitchFamily="18" charset="0"/>
                          </a:rPr>
                          <m:t>𝛿</m:t>
                        </m:r>
                      </m:e>
                    </m:acc>
                    <m:d>
                      <m:dPr>
                        <m:sepChr m:val=","/>
                        <m:ctrlPr>
                          <a:rPr lang="ar-AE" sz="2600" i="1">
                            <a:solidFill>
                              <a:srgbClr val="000000"/>
                            </a:solidFill>
                            <a:latin typeface="Cambria Math" panose="02040503050406030204" pitchFamily="18" charset="0"/>
                          </a:rPr>
                        </m:ctrlPr>
                      </m:dPr>
                      <m:e>
                        <m:sSub>
                          <m:sSubPr>
                            <m:ctrlPr>
                              <a:rPr lang="ar-AE" sz="2600" i="1">
                                <a:solidFill>
                                  <a:srgbClr val="000000"/>
                                </a:solidFill>
                                <a:latin typeface="Cambria Math" panose="02040503050406030204" pitchFamily="18" charset="0"/>
                              </a:rPr>
                            </m:ctrlPr>
                          </m:sSubPr>
                          <m:e>
                            <m:r>
                              <a:rPr lang="ar-AE" sz="2600" i="1">
                                <a:solidFill>
                                  <a:srgbClr val="000000"/>
                                </a:solidFill>
                                <a:latin typeface="Cambria Math" panose="02040503050406030204" pitchFamily="18" charset="0"/>
                              </a:rPr>
                              <m:t>𝑞</m:t>
                            </m:r>
                          </m:e>
                          <m:sub>
                            <m:r>
                              <a:rPr lang="ar-AE" sz="2600">
                                <a:solidFill>
                                  <a:srgbClr val="000000"/>
                                </a:solidFill>
                                <a:latin typeface="Cambria Math" panose="02040503050406030204" pitchFamily="18" charset="0"/>
                              </a:rPr>
                              <m:t>0</m:t>
                            </m:r>
                          </m:sub>
                        </m:sSub>
                      </m:e>
                      <m:e>
                        <m:r>
                          <a:rPr lang="ar-AE" sz="2600" i="1">
                            <a:solidFill>
                              <a:srgbClr val="000000"/>
                            </a:solidFill>
                            <a:latin typeface="Cambria Math" panose="02040503050406030204" pitchFamily="18" charset="0"/>
                          </a:rPr>
                          <m:t>𝑦</m:t>
                        </m:r>
                      </m:e>
                    </m:d>
                  </m:oMath>
                </a14:m>
                <a:r>
                  <a:rPr lang="it-IT" sz="2600" dirty="0">
                    <a:solidFill>
                      <a:srgbClr val="000000"/>
                    </a:solidFill>
                  </a:rPr>
                  <a:t>to an </a:t>
                </a:r>
                <a:r>
                  <a:rPr lang="it-IT" sz="2600" dirty="0" err="1">
                    <a:solidFill>
                      <a:srgbClr val="000000"/>
                    </a:solidFill>
                  </a:rPr>
                  <a:t>accepting</a:t>
                </a:r>
                <a:r>
                  <a:rPr lang="it-IT" sz="2600" dirty="0">
                    <a:solidFill>
                      <a:srgbClr val="000000"/>
                    </a:solidFill>
                  </a:rPr>
                  <a:t> state. Real-world </a:t>
                </a:r>
                <a:r>
                  <a:rPr lang="it-IT" sz="2600" dirty="0" err="1">
                    <a:solidFill>
                      <a:srgbClr val="000000"/>
                    </a:solidFill>
                  </a:rPr>
                  <a:t>scenarios</a:t>
                </a:r>
                <a:r>
                  <a:rPr lang="it-IT" sz="2600" dirty="0">
                    <a:solidFill>
                      <a:srgbClr val="000000"/>
                    </a:solidFill>
                  </a:rPr>
                  <a:t>, </a:t>
                </a:r>
                <a:r>
                  <a:rPr lang="it-IT" sz="2600" dirty="0" err="1">
                    <a:solidFill>
                      <a:srgbClr val="000000"/>
                    </a:solidFill>
                  </a:rPr>
                  <a:t>however</a:t>
                </a:r>
                <a:r>
                  <a:rPr lang="it-IT" sz="2600" dirty="0">
                    <a:solidFill>
                      <a:srgbClr val="000000"/>
                    </a:solidFill>
                  </a:rPr>
                  <a:t>, </a:t>
                </a:r>
                <a:r>
                  <a:rPr lang="it-IT" sz="2600" dirty="0" err="1">
                    <a:solidFill>
                      <a:srgbClr val="000000"/>
                    </a:solidFill>
                  </a:rPr>
                  <a:t>often</a:t>
                </a:r>
                <a:r>
                  <a:rPr lang="it-IT" sz="2600" dirty="0">
                    <a:solidFill>
                      <a:srgbClr val="000000"/>
                    </a:solidFill>
                  </a:rPr>
                  <a:t> </a:t>
                </a:r>
                <a:r>
                  <a:rPr lang="it-IT" sz="2600" dirty="0" err="1">
                    <a:solidFill>
                      <a:srgbClr val="000000"/>
                    </a:solidFill>
                  </a:rPr>
                  <a:t>require</a:t>
                </a:r>
                <a:r>
                  <a:rPr lang="it-IT" sz="2600" dirty="0">
                    <a:solidFill>
                      <a:srgbClr val="000000"/>
                    </a:solidFill>
                  </a:rPr>
                  <a:t> models </a:t>
                </a:r>
                <a:r>
                  <a:rPr lang="it-IT" sz="2600" dirty="0" err="1">
                    <a:solidFill>
                      <a:srgbClr val="000000"/>
                    </a:solidFill>
                  </a:rPr>
                  <a:t>beyond</a:t>
                </a:r>
                <a:r>
                  <a:rPr lang="it-IT" sz="2600" dirty="0">
                    <a:solidFill>
                      <a:srgbClr val="000000"/>
                    </a:solidFill>
                  </a:rPr>
                  <a:t> </a:t>
                </a:r>
                <a:r>
                  <a:rPr lang="it-IT" sz="2600" dirty="0" err="1">
                    <a:solidFill>
                      <a:srgbClr val="000000"/>
                    </a:solidFill>
                  </a:rPr>
                  <a:t>regularity</a:t>
                </a:r>
                <a:r>
                  <a:rPr lang="it-IT" sz="2600" dirty="0">
                    <a:solidFill>
                      <a:srgbClr val="000000"/>
                    </a:solidFill>
                  </a:rPr>
                  <a:t>, </a:t>
                </a:r>
                <a:r>
                  <a:rPr lang="it-IT" sz="2600" dirty="0" err="1">
                    <a:solidFill>
                      <a:srgbClr val="000000"/>
                    </a:solidFill>
                  </a:rPr>
                  <a:t>extending</a:t>
                </a:r>
                <a:r>
                  <a:rPr lang="it-IT" sz="2600" dirty="0">
                    <a:solidFill>
                      <a:srgbClr val="000000"/>
                    </a:solidFill>
                  </a:rPr>
                  <a:t> up to </a:t>
                </a:r>
                <a:r>
                  <a:rPr lang="it-IT" sz="2600" dirty="0" err="1">
                    <a:solidFill>
                      <a:srgbClr val="000000"/>
                    </a:solidFill>
                  </a:rPr>
                  <a:t>other</a:t>
                </a:r>
                <a:r>
                  <a:rPr lang="it-IT" sz="2600" dirty="0">
                    <a:solidFill>
                      <a:srgbClr val="000000"/>
                    </a:solidFill>
                  </a:rPr>
                  <a:t> </a:t>
                </a:r>
                <a:r>
                  <a:rPr lang="it-IT" sz="2600" dirty="0" err="1">
                    <a:solidFill>
                      <a:srgbClr val="000000"/>
                    </a:solidFill>
                  </a:rPr>
                  <a:t>levels</a:t>
                </a:r>
                <a:r>
                  <a:rPr lang="it-IT" sz="2600" dirty="0">
                    <a:solidFill>
                      <a:srgbClr val="000000"/>
                    </a:solidFill>
                  </a:rPr>
                  <a:t> of the Chomsky </a:t>
                </a:r>
                <a:r>
                  <a:rPr lang="it-IT" sz="2600" dirty="0" err="1">
                    <a:solidFill>
                      <a:srgbClr val="000000"/>
                    </a:solidFill>
                  </a:rPr>
                  <a:t>hierarchy</a:t>
                </a:r>
                <a:r>
                  <a:rPr lang="it-IT" sz="2600" dirty="0">
                    <a:solidFill>
                      <a:srgbClr val="000000"/>
                    </a:solidFill>
                  </a:rPr>
                  <a:t>.</a:t>
                </a:r>
              </a:p>
              <a:p>
                <a:pPr algn="l"/>
                <a:br>
                  <a:rPr lang="it-IT" sz="2600" dirty="0">
                    <a:solidFill>
                      <a:srgbClr val="000000"/>
                    </a:solidFill>
                  </a:rPr>
                </a:br>
                <a:endParaRPr lang="it-IT" sz="2600" dirty="0">
                  <a:solidFill>
                    <a:srgbClr val="000000"/>
                  </a:solidFill>
                </a:endParaRPr>
              </a:p>
              <a:p>
                <a:pPr marL="457200" indent="-457200" algn="l">
                  <a:buFont typeface="Arial" panose="020B0604020202020204" pitchFamily="34" charset="0"/>
                  <a:buChar char="•"/>
                </a:pPr>
                <a:r>
                  <a:rPr lang="it-IT" sz="2600" b="1" dirty="0">
                    <a:solidFill>
                      <a:srgbClr val="000000"/>
                    </a:solidFill>
                  </a:rPr>
                  <a:t>High-</a:t>
                </a:r>
                <a:r>
                  <a:rPr lang="it-IT" sz="2600" b="1" dirty="0" err="1">
                    <a:solidFill>
                      <a:srgbClr val="000000"/>
                    </a:solidFill>
                  </a:rPr>
                  <a:t>Dimensional</a:t>
                </a:r>
                <a:r>
                  <a:rPr lang="it-IT" sz="2600" b="1" dirty="0">
                    <a:solidFill>
                      <a:srgbClr val="000000"/>
                    </a:solidFill>
                  </a:rPr>
                  <a:t> Computing (HDC) [3] </a:t>
                </a:r>
                <a:r>
                  <a:rPr lang="it-IT" sz="2600" dirty="0" err="1">
                    <a:solidFill>
                      <a:srgbClr val="000000"/>
                    </a:solidFill>
                  </a:rPr>
                  <a:t>encodes</a:t>
                </a:r>
                <a:r>
                  <a:rPr lang="it-IT" sz="2600" dirty="0">
                    <a:solidFill>
                      <a:srgbClr val="000000"/>
                    </a:solidFill>
                  </a:rPr>
                  <a:t> </a:t>
                </a:r>
                <a:r>
                  <a:rPr lang="it-IT" sz="2600" dirty="0" err="1">
                    <a:solidFill>
                      <a:srgbClr val="000000"/>
                    </a:solidFill>
                  </a:rPr>
                  <a:t>sequences</a:t>
                </a:r>
                <a:r>
                  <a:rPr lang="it-IT" sz="2600" dirty="0">
                    <a:solidFill>
                      <a:srgbClr val="000000"/>
                    </a:solidFill>
                  </a:rPr>
                  <a:t> </a:t>
                </a:r>
                <a:r>
                  <a:rPr lang="it-IT" sz="2600" dirty="0" err="1">
                    <a:solidFill>
                      <a:srgbClr val="000000"/>
                    </a:solidFill>
                  </a:rPr>
                  <a:t>as</a:t>
                </a:r>
                <a:r>
                  <a:rPr lang="it-IT" sz="2600" dirty="0">
                    <a:solidFill>
                      <a:srgbClr val="000000"/>
                    </a:solidFill>
                  </a:rPr>
                  <a:t> high-</a:t>
                </a:r>
                <a:r>
                  <a:rPr lang="it-IT" sz="2600" dirty="0" err="1">
                    <a:solidFill>
                      <a:srgbClr val="000000"/>
                    </a:solidFill>
                  </a:rPr>
                  <a:t>dimensional</a:t>
                </a:r>
                <a:r>
                  <a:rPr lang="it-IT" sz="2600" dirty="0">
                    <a:solidFill>
                      <a:srgbClr val="000000"/>
                    </a:solidFill>
                  </a:rPr>
                  <a:t> </a:t>
                </a:r>
                <a:r>
                  <a:rPr lang="it-IT" sz="2600" dirty="0" err="1">
                    <a:solidFill>
                      <a:srgbClr val="000000"/>
                    </a:solidFill>
                  </a:rPr>
                  <a:t>hypervectors</a:t>
                </a:r>
                <a:r>
                  <a:rPr lang="it-IT" sz="2600" dirty="0">
                    <a:solidFill>
                      <a:srgbClr val="000000"/>
                    </a:solidFill>
                  </a:rPr>
                  <a:t> and </a:t>
                </a:r>
                <a:r>
                  <a:rPr lang="it-IT" sz="2600" dirty="0" err="1">
                    <a:solidFill>
                      <a:srgbClr val="000000"/>
                    </a:solidFill>
                  </a:rPr>
                  <a:t>performs</a:t>
                </a:r>
                <a:r>
                  <a:rPr lang="it-IT" sz="2600" dirty="0">
                    <a:solidFill>
                      <a:srgbClr val="000000"/>
                    </a:solidFill>
                  </a:rPr>
                  <a:t> </a:t>
                </a:r>
                <a:r>
                  <a:rPr lang="it-IT" sz="2600" dirty="0" err="1">
                    <a:solidFill>
                      <a:srgbClr val="000000"/>
                    </a:solidFill>
                  </a:rPr>
                  <a:t>completion</a:t>
                </a:r>
                <a:r>
                  <a:rPr lang="it-IT" sz="2600" dirty="0">
                    <a:solidFill>
                      <a:srgbClr val="000000"/>
                    </a:solidFill>
                  </a:rPr>
                  <a:t> by </a:t>
                </a:r>
                <a:r>
                  <a:rPr lang="it-IT" sz="2600" dirty="0" err="1">
                    <a:solidFill>
                      <a:srgbClr val="000000"/>
                    </a:solidFill>
                  </a:rPr>
                  <a:t>constructing</a:t>
                </a:r>
                <a:r>
                  <a:rPr lang="it-IT" sz="2600" dirty="0">
                    <a:solidFill>
                      <a:srgbClr val="000000"/>
                    </a:solidFill>
                  </a:rPr>
                  <a:t> a </a:t>
                </a:r>
                <a:r>
                  <a:rPr lang="it-IT" sz="2600" dirty="0" err="1">
                    <a:solidFill>
                      <a:srgbClr val="000000"/>
                    </a:solidFill>
                  </a:rPr>
                  <a:t>bundled</a:t>
                </a:r>
                <a:r>
                  <a:rPr lang="it-IT" sz="2600" dirty="0">
                    <a:solidFill>
                      <a:srgbClr val="000000"/>
                    </a:solidFill>
                  </a:rPr>
                  <a:t> </a:t>
                </a:r>
                <a:r>
                  <a:rPr lang="it-IT" sz="2600" dirty="0" err="1">
                    <a:solidFill>
                      <a:srgbClr val="000000"/>
                    </a:solidFill>
                  </a:rPr>
                  <a:t>representation</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𝑑</m:t>
                    </m:r>
                  </m:oMath>
                </a14:m>
                <a:r>
                  <a:rPr lang="it-IT" sz="2600" dirty="0">
                    <a:solidFill>
                      <a:srgbClr val="000000"/>
                    </a:solidFill>
                  </a:rPr>
                  <a:t>of </a:t>
                </a:r>
                <a:r>
                  <a:rPr lang="it-IT" sz="2600" dirty="0" err="1">
                    <a:solidFill>
                      <a:srgbClr val="000000"/>
                    </a:solidFill>
                  </a:rPr>
                  <a:t>valid</a:t>
                </a:r>
                <a:r>
                  <a:rPr lang="it-IT" sz="2600" dirty="0">
                    <a:solidFill>
                      <a:srgbClr val="000000"/>
                    </a:solidFill>
                  </a:rPr>
                  <a:t> </a:t>
                </a:r>
                <a:r>
                  <a:rPr lang="it-IT" sz="2600" dirty="0" err="1">
                    <a:solidFill>
                      <a:srgbClr val="000000"/>
                    </a:solidFill>
                  </a:rPr>
                  <a:t>examples</a:t>
                </a:r>
                <a:r>
                  <a:rPr lang="it-IT" sz="2600" dirty="0">
                    <a:solidFill>
                      <a:srgbClr val="000000"/>
                    </a:solidFill>
                  </a:rPr>
                  <a:t>. The </a:t>
                </a:r>
                <a:r>
                  <a:rPr lang="it-IT" sz="2600" dirty="0" err="1">
                    <a:solidFill>
                      <a:srgbClr val="000000"/>
                    </a:solidFill>
                  </a:rPr>
                  <a:t>missing</a:t>
                </a:r>
                <a:r>
                  <a:rPr lang="it-IT" sz="2600" dirty="0">
                    <a:solidFill>
                      <a:srgbClr val="000000"/>
                    </a:solidFill>
                  </a:rPr>
                  <a:t> pattern </a:t>
                </a:r>
                <a:r>
                  <a:rPr lang="it-IT" sz="2600" dirty="0" err="1">
                    <a:solidFill>
                      <a:srgbClr val="000000"/>
                    </a:solidFill>
                  </a:rPr>
                  <a:t>is</a:t>
                </a:r>
                <a:r>
                  <a:rPr lang="it-IT" sz="2600" dirty="0">
                    <a:solidFill>
                      <a:srgbClr val="000000"/>
                    </a:solidFill>
                  </a:rPr>
                  <a:t> </a:t>
                </a:r>
                <a:r>
                  <a:rPr lang="it-IT" sz="2600" dirty="0" err="1">
                    <a:solidFill>
                      <a:srgbClr val="000000"/>
                    </a:solidFill>
                  </a:rPr>
                  <a:t>inferred</a:t>
                </a:r>
                <a:r>
                  <a:rPr lang="it-IT" sz="2600" dirty="0">
                    <a:solidFill>
                      <a:srgbClr val="000000"/>
                    </a:solidFill>
                  </a:rPr>
                  <a:t> by </a:t>
                </a:r>
                <a:r>
                  <a:rPr lang="it-IT" sz="2600" dirty="0" err="1">
                    <a:solidFill>
                      <a:srgbClr val="000000"/>
                    </a:solidFill>
                  </a:rPr>
                  <a:t>finding</a:t>
                </a:r>
                <a:r>
                  <a:rPr lang="it-IT" sz="2600" dirty="0">
                    <a:solidFill>
                      <a:srgbClr val="000000"/>
                    </a:solidFill>
                  </a:rPr>
                  <a:t> the </a:t>
                </a:r>
                <a:r>
                  <a:rPr lang="it-IT" sz="2600" dirty="0" err="1">
                    <a:solidFill>
                      <a:srgbClr val="000000"/>
                    </a:solidFill>
                  </a:rPr>
                  <a:t>completion</a:t>
                </a:r>
                <a:r>
                  <a:rPr lang="it-IT" sz="2600" dirty="0">
                    <a:solidFill>
                      <a:srgbClr val="000000"/>
                    </a:solidFill>
                  </a:rPr>
                  <a:t> </a:t>
                </a:r>
                <a:r>
                  <a:rPr lang="it-IT" sz="2600" dirty="0" err="1">
                    <a:solidFill>
                      <a:srgbClr val="000000"/>
                    </a:solidFill>
                  </a:rPr>
                  <a:t>closest</a:t>
                </a:r>
                <a:r>
                  <a:rPr lang="it-IT" sz="2600" dirty="0">
                    <a:solidFill>
                      <a:srgbClr val="000000"/>
                    </a:solidFill>
                  </a:rPr>
                  <a:t> to </a:t>
                </a:r>
                <a14:m>
                  <m:oMath xmlns:m="http://schemas.openxmlformats.org/officeDocument/2006/math">
                    <m:r>
                      <a:rPr lang="it-IT" sz="2600" i="1">
                        <a:solidFill>
                          <a:srgbClr val="000000"/>
                        </a:solidFill>
                        <a:latin typeface="Cambria Math" panose="02040503050406030204" pitchFamily="18" charset="0"/>
                      </a:rPr>
                      <m:t>𝑑</m:t>
                    </m:r>
                  </m:oMath>
                </a14:m>
                <a:r>
                  <a:rPr lang="it-IT" sz="2600" dirty="0">
                    <a:solidFill>
                      <a:srgbClr val="000000"/>
                    </a:solidFill>
                  </a:rPr>
                  <a:t>. </a:t>
                </a:r>
                <a:r>
                  <a:rPr lang="it-IT" sz="2600" dirty="0" err="1">
                    <a:solidFill>
                      <a:srgbClr val="000000"/>
                    </a:solidFill>
                  </a:rPr>
                  <a:t>Despite</a:t>
                </a:r>
                <a:r>
                  <a:rPr lang="it-IT" sz="2600" dirty="0">
                    <a:solidFill>
                      <a:srgbClr val="000000"/>
                    </a:solidFill>
                  </a:rPr>
                  <a:t> </a:t>
                </a:r>
                <a:r>
                  <a:rPr lang="it-IT" sz="2600" dirty="0" err="1">
                    <a:solidFill>
                      <a:srgbClr val="000000"/>
                    </a:solidFill>
                  </a:rPr>
                  <a:t>its</a:t>
                </a:r>
                <a:r>
                  <a:rPr lang="it-IT" sz="2600" dirty="0">
                    <a:solidFill>
                      <a:srgbClr val="000000"/>
                    </a:solidFill>
                  </a:rPr>
                  <a:t> </a:t>
                </a:r>
                <a:r>
                  <a:rPr lang="it-IT" sz="2600" dirty="0" err="1">
                    <a:solidFill>
                      <a:srgbClr val="000000"/>
                    </a:solidFill>
                  </a:rPr>
                  <a:t>efficiency</a:t>
                </a:r>
                <a:r>
                  <a:rPr lang="it-IT" sz="2600" dirty="0">
                    <a:solidFill>
                      <a:srgbClr val="000000"/>
                    </a:solidFill>
                  </a:rPr>
                  <a:t> and </a:t>
                </a:r>
                <a:r>
                  <a:rPr lang="it-IT" sz="2600" dirty="0" err="1">
                    <a:solidFill>
                      <a:srgbClr val="000000"/>
                    </a:solidFill>
                  </a:rPr>
                  <a:t>robustness</a:t>
                </a:r>
                <a:r>
                  <a:rPr lang="it-IT" sz="2600" dirty="0">
                    <a:solidFill>
                      <a:srgbClr val="000000"/>
                    </a:solidFill>
                  </a:rPr>
                  <a:t>, HDC </a:t>
                </a:r>
                <a:r>
                  <a:rPr lang="it-IT" sz="2600" dirty="0" err="1">
                    <a:solidFill>
                      <a:srgbClr val="000000"/>
                    </a:solidFill>
                  </a:rPr>
                  <a:t>suffers</a:t>
                </a:r>
                <a:r>
                  <a:rPr lang="it-IT" sz="2600" dirty="0">
                    <a:solidFill>
                      <a:srgbClr val="000000"/>
                    </a:solidFill>
                  </a:rPr>
                  <a:t> from high </a:t>
                </a:r>
                <a:r>
                  <a:rPr lang="it-IT" sz="2600" dirty="0" err="1">
                    <a:solidFill>
                      <a:srgbClr val="000000"/>
                    </a:solidFill>
                  </a:rPr>
                  <a:t>memory</a:t>
                </a:r>
                <a:r>
                  <a:rPr lang="it-IT" sz="2600" dirty="0">
                    <a:solidFill>
                      <a:srgbClr val="000000"/>
                    </a:solidFill>
                  </a:rPr>
                  <a:t> demands </a:t>
                </a:r>
                <a:r>
                  <a:rPr lang="it-IT" sz="2600" dirty="0" err="1">
                    <a:solidFill>
                      <a:srgbClr val="000000"/>
                    </a:solidFill>
                  </a:rPr>
                  <a:t>when</a:t>
                </a:r>
                <a:r>
                  <a:rPr lang="it-IT" sz="2600" dirty="0">
                    <a:solidFill>
                      <a:srgbClr val="000000"/>
                    </a:solidFill>
                  </a:rPr>
                  <a:t> scaling to large datasets.</a:t>
                </a:r>
              </a:p>
              <a:p>
                <a:pPr marL="457200" indent="-457200" algn="l">
                  <a:buFont typeface="Arial" panose="020B0604020202020204" pitchFamily="34" charset="0"/>
                  <a:buChar char="•"/>
                </a:pPr>
                <a:endParaRPr lang="it-IT" sz="2600" b="1" dirty="0">
                  <a:solidFill>
                    <a:srgbClr val="000000"/>
                  </a:solidFill>
                </a:endParaRPr>
              </a:p>
              <a:p>
                <a:pPr marL="457200" indent="-457200" algn="l">
                  <a:buFont typeface="Arial" panose="020B0604020202020204" pitchFamily="34" charset="0"/>
                  <a:buChar char="•"/>
                </a:pPr>
                <a:r>
                  <a:rPr lang="it-IT" sz="2600" b="1" dirty="0">
                    <a:solidFill>
                      <a:srgbClr val="000000"/>
                    </a:solidFill>
                  </a:rPr>
                  <a:t>Quantum Associative Memory (</a:t>
                </a:r>
                <a:r>
                  <a:rPr lang="it-IT" sz="2600" b="1" dirty="0" err="1">
                    <a:solidFill>
                      <a:srgbClr val="000000"/>
                    </a:solidFill>
                  </a:rPr>
                  <a:t>QuAM</a:t>
                </a:r>
                <a:r>
                  <a:rPr lang="it-IT" sz="2600" b="1" dirty="0">
                    <a:solidFill>
                      <a:srgbClr val="000000"/>
                    </a:solidFill>
                  </a:rPr>
                  <a:t>) [4] </a:t>
                </a:r>
                <a:r>
                  <a:rPr lang="it-IT" sz="2600" dirty="0" err="1">
                    <a:solidFill>
                      <a:srgbClr val="000000"/>
                    </a:solidFill>
                  </a:rPr>
                  <a:t>prepares</a:t>
                </a:r>
                <a:r>
                  <a:rPr lang="it-IT" sz="2600" dirty="0">
                    <a:solidFill>
                      <a:srgbClr val="000000"/>
                    </a:solidFill>
                  </a:rPr>
                  <a:t> a </a:t>
                </a:r>
                <a:r>
                  <a:rPr lang="it-IT" sz="2600" dirty="0" err="1">
                    <a:solidFill>
                      <a:srgbClr val="000000"/>
                    </a:solidFill>
                  </a:rPr>
                  <a:t>superposition</a:t>
                </a:r>
                <a:r>
                  <a:rPr lang="it-IT" sz="2600" dirty="0">
                    <a:solidFill>
                      <a:srgbClr val="000000"/>
                    </a:solidFill>
                  </a:rPr>
                  <a:t> of </a:t>
                </a:r>
                <a:r>
                  <a:rPr lang="it-IT" sz="2600" dirty="0" err="1">
                    <a:solidFill>
                      <a:srgbClr val="000000"/>
                    </a:solidFill>
                  </a:rPr>
                  <a:t>all</a:t>
                </a:r>
                <a:r>
                  <a:rPr lang="it-IT" sz="2600" dirty="0">
                    <a:solidFill>
                      <a:srgbClr val="000000"/>
                    </a:solidFill>
                  </a:rPr>
                  <a:t> </a:t>
                </a:r>
                <a:r>
                  <a:rPr lang="it-IT" sz="2600" dirty="0" err="1">
                    <a:solidFill>
                      <a:srgbClr val="000000"/>
                    </a:solidFill>
                  </a:rPr>
                  <a:t>possible</a:t>
                </a:r>
                <a:r>
                  <a:rPr lang="it-IT" sz="2600" dirty="0">
                    <a:solidFill>
                      <a:srgbClr val="000000"/>
                    </a:solidFill>
                  </a:rPr>
                  <a:t> </a:t>
                </a:r>
                <a:r>
                  <a:rPr lang="it-IT" sz="2600" dirty="0" err="1">
                    <a:solidFill>
                      <a:srgbClr val="000000"/>
                    </a:solidFill>
                  </a:rPr>
                  <a:t>states</a:t>
                </a:r>
                <a:r>
                  <a:rPr lang="it-IT" sz="2600" dirty="0">
                    <a:solidFill>
                      <a:srgbClr val="000000"/>
                    </a:solidFill>
                  </a:rPr>
                  <a:t>, </a:t>
                </a:r>
                <a:r>
                  <a:rPr lang="it-IT" sz="2600" dirty="0" err="1">
                    <a:solidFill>
                      <a:srgbClr val="000000"/>
                    </a:solidFill>
                  </a:rPr>
                  <a:t>marks</a:t>
                </a:r>
                <a:r>
                  <a:rPr lang="it-IT" sz="2600" dirty="0">
                    <a:solidFill>
                      <a:srgbClr val="000000"/>
                    </a:solidFill>
                  </a:rPr>
                  <a:t> </a:t>
                </a:r>
                <a:r>
                  <a:rPr lang="it-IT" sz="2600" dirty="0" err="1">
                    <a:solidFill>
                      <a:srgbClr val="000000"/>
                    </a:solidFill>
                  </a:rPr>
                  <a:t>those</a:t>
                </a:r>
                <a:r>
                  <a:rPr lang="it-IT" sz="2600" dirty="0">
                    <a:solidFill>
                      <a:srgbClr val="000000"/>
                    </a:solidFill>
                  </a:rPr>
                  <a:t> matching a </a:t>
                </a:r>
                <a:r>
                  <a:rPr lang="it-IT" sz="2600" dirty="0" err="1">
                    <a:solidFill>
                      <a:srgbClr val="000000"/>
                    </a:solidFill>
                  </a:rPr>
                  <a:t>prefix</a:t>
                </a:r>
                <a:r>
                  <a:rPr lang="it-IT" sz="2600" dirty="0">
                    <a:solidFill>
                      <a:srgbClr val="000000"/>
                    </a:solidFill>
                  </a:rPr>
                  <a:t> </a:t>
                </a:r>
                <a:r>
                  <a:rPr lang="it-IT" sz="2600" dirty="0" err="1">
                    <a:solidFill>
                      <a:srgbClr val="000000"/>
                    </a:solidFill>
                  </a:rPr>
                  <a:t>through</a:t>
                </a:r>
                <a:r>
                  <a:rPr lang="it-IT" sz="2600" dirty="0">
                    <a:solidFill>
                      <a:srgbClr val="000000"/>
                    </a:solidFill>
                  </a:rPr>
                  <a:t> an </a:t>
                </a:r>
                <a:r>
                  <a:rPr lang="it-IT" sz="2600" dirty="0" err="1">
                    <a:solidFill>
                      <a:srgbClr val="000000"/>
                    </a:solidFill>
                  </a:rPr>
                  <a:t>oracle</a:t>
                </a:r>
                <a:r>
                  <a:rPr lang="it-IT" sz="2600" dirty="0">
                    <a:solidFill>
                      <a:srgbClr val="000000"/>
                    </a:solidFill>
                  </a:rPr>
                  <a:t> </a:t>
                </a:r>
                <a14:m>
                  <m:oMath xmlns:m="http://schemas.openxmlformats.org/officeDocument/2006/math">
                    <m:sSub>
                      <m:sSubPr>
                        <m:ctrlPr>
                          <a:rPr lang="ar-AE" sz="2600" i="1">
                            <a:solidFill>
                              <a:srgbClr val="000000"/>
                            </a:solidFill>
                            <a:latin typeface="Cambria Math" panose="02040503050406030204" pitchFamily="18" charset="0"/>
                          </a:rPr>
                        </m:ctrlPr>
                      </m:sSubPr>
                      <m:e>
                        <m:r>
                          <a:rPr lang="ar-AE" sz="2600" i="1">
                            <a:solidFill>
                              <a:srgbClr val="000000"/>
                            </a:solidFill>
                            <a:latin typeface="Cambria Math" panose="02040503050406030204" pitchFamily="18" charset="0"/>
                          </a:rPr>
                          <m:t>𝑈</m:t>
                        </m:r>
                      </m:e>
                      <m:sub>
                        <m:r>
                          <a:rPr lang="ar-AE" sz="2600" i="1">
                            <a:solidFill>
                              <a:srgbClr val="000000"/>
                            </a:solidFill>
                            <a:latin typeface="Cambria Math" panose="02040503050406030204" pitchFamily="18" charset="0"/>
                          </a:rPr>
                          <m:t>𝑦</m:t>
                        </m:r>
                      </m:sub>
                    </m:sSub>
                  </m:oMath>
                </a14:m>
                <a:r>
                  <a:rPr lang="ar-AE" sz="2600" dirty="0">
                    <a:solidFill>
                      <a:srgbClr val="000000"/>
                    </a:solidFill>
                  </a:rPr>
                  <a:t>, </a:t>
                </a:r>
                <a:r>
                  <a:rPr lang="it-IT" sz="2600" dirty="0">
                    <a:solidFill>
                      <a:srgbClr val="000000"/>
                    </a:solidFill>
                  </a:rPr>
                  <a:t>and </a:t>
                </a:r>
                <a:r>
                  <a:rPr lang="it-IT" sz="2600" dirty="0" err="1">
                    <a:solidFill>
                      <a:srgbClr val="000000"/>
                    </a:solidFill>
                  </a:rPr>
                  <a:t>amplifies</a:t>
                </a:r>
                <a:r>
                  <a:rPr lang="it-IT" sz="2600" dirty="0">
                    <a:solidFill>
                      <a:srgbClr val="000000"/>
                    </a:solidFill>
                  </a:rPr>
                  <a:t> </a:t>
                </a:r>
                <a:r>
                  <a:rPr lang="it-IT" sz="2600" dirty="0" err="1">
                    <a:solidFill>
                      <a:srgbClr val="000000"/>
                    </a:solidFill>
                  </a:rPr>
                  <a:t>them</a:t>
                </a:r>
                <a:r>
                  <a:rPr lang="it-IT" sz="2600" dirty="0">
                    <a:solidFill>
                      <a:srgbClr val="000000"/>
                    </a:solidFill>
                  </a:rPr>
                  <a:t> </a:t>
                </a:r>
                <a:r>
                  <a:rPr lang="it-IT" sz="2600" dirty="0" err="1">
                    <a:solidFill>
                      <a:srgbClr val="000000"/>
                    </a:solidFill>
                  </a:rPr>
                  <a:t>using</a:t>
                </a:r>
                <a:r>
                  <a:rPr lang="it-IT" sz="2600" dirty="0">
                    <a:solidFill>
                      <a:srgbClr val="000000"/>
                    </a:solidFill>
                  </a:rPr>
                  <a:t> </a:t>
                </a:r>
                <a:r>
                  <a:rPr lang="it-IT" sz="2600" dirty="0" err="1">
                    <a:solidFill>
                      <a:srgbClr val="000000"/>
                    </a:solidFill>
                  </a:rPr>
                  <a:t>Grover’s</a:t>
                </a:r>
                <a:r>
                  <a:rPr lang="it-IT" sz="2600" dirty="0">
                    <a:solidFill>
                      <a:srgbClr val="000000"/>
                    </a:solidFill>
                  </a:rPr>
                  <a:t> </a:t>
                </a:r>
                <a:r>
                  <a:rPr lang="it-IT" sz="2600" dirty="0" err="1">
                    <a:solidFill>
                      <a:srgbClr val="000000"/>
                    </a:solidFill>
                  </a:rPr>
                  <a:t>algorithm</a:t>
                </a:r>
                <a:r>
                  <a:rPr lang="it-IT" sz="2600" dirty="0">
                    <a:solidFill>
                      <a:srgbClr val="000000"/>
                    </a:solidFill>
                  </a:rPr>
                  <a:t>. The </a:t>
                </a:r>
                <a:r>
                  <a:rPr lang="it-IT" sz="2600" b="1" dirty="0" err="1">
                    <a:solidFill>
                      <a:srgbClr val="000000"/>
                    </a:solidFill>
                  </a:rPr>
                  <a:t>qHDC</a:t>
                </a:r>
                <a:r>
                  <a:rPr lang="it-IT" sz="2600" b="1" dirty="0">
                    <a:solidFill>
                      <a:srgbClr val="000000"/>
                    </a:solidFill>
                  </a:rPr>
                  <a:t> [2]  </a:t>
                </a:r>
                <a:r>
                  <a:rPr lang="it-IT" sz="2600" dirty="0">
                    <a:solidFill>
                      <a:srgbClr val="000000"/>
                    </a:solidFill>
                  </a:rPr>
                  <a:t>framework </a:t>
                </a:r>
                <a:r>
                  <a:rPr lang="it-IT" sz="2600" dirty="0" err="1">
                    <a:solidFill>
                      <a:srgbClr val="000000"/>
                    </a:solidFill>
                  </a:rPr>
                  <a:t>integrates</a:t>
                </a:r>
                <a:r>
                  <a:rPr lang="it-IT" sz="2600" dirty="0">
                    <a:solidFill>
                      <a:srgbClr val="000000"/>
                    </a:solidFill>
                  </a:rPr>
                  <a:t> HDC </a:t>
                </a:r>
                <a:r>
                  <a:rPr lang="it-IT" sz="2600" dirty="0" err="1">
                    <a:solidFill>
                      <a:srgbClr val="000000"/>
                    </a:solidFill>
                  </a:rPr>
                  <a:t>operations</a:t>
                </a:r>
                <a:r>
                  <a:rPr lang="it-IT" sz="2600" dirty="0">
                    <a:solidFill>
                      <a:srgbClr val="000000"/>
                    </a:solidFill>
                  </a:rPr>
                  <a:t> </a:t>
                </a:r>
                <a:r>
                  <a:rPr lang="it-IT" sz="2600" dirty="0" err="1">
                    <a:solidFill>
                      <a:srgbClr val="000000"/>
                    </a:solidFill>
                  </a:rPr>
                  <a:t>directly</a:t>
                </a:r>
                <a:r>
                  <a:rPr lang="it-IT" sz="2600" dirty="0">
                    <a:solidFill>
                      <a:srgbClr val="000000"/>
                    </a:solidFill>
                  </a:rPr>
                  <a:t> </a:t>
                </a:r>
                <a:r>
                  <a:rPr lang="it-IT" sz="2600" dirty="0" err="1">
                    <a:solidFill>
                      <a:srgbClr val="000000"/>
                    </a:solidFill>
                  </a:rPr>
                  <a:t>within</a:t>
                </a:r>
                <a:r>
                  <a:rPr lang="it-IT" sz="2600" dirty="0">
                    <a:solidFill>
                      <a:srgbClr val="000000"/>
                    </a:solidFill>
                  </a:rPr>
                  <a:t> the quantum </a:t>
                </a:r>
                <a:r>
                  <a:rPr lang="it-IT" sz="2600" dirty="0" err="1">
                    <a:solidFill>
                      <a:srgbClr val="000000"/>
                    </a:solidFill>
                  </a:rPr>
                  <a:t>oracle</a:t>
                </a:r>
                <a:r>
                  <a:rPr lang="it-IT" sz="2600" dirty="0">
                    <a:solidFill>
                      <a:srgbClr val="000000"/>
                    </a:solidFill>
                  </a:rPr>
                  <a:t>, </a:t>
                </a:r>
                <a:r>
                  <a:rPr lang="it-IT" sz="2600" dirty="0" err="1">
                    <a:solidFill>
                      <a:srgbClr val="000000"/>
                    </a:solidFill>
                  </a:rPr>
                  <a:t>merging</a:t>
                </a:r>
                <a:r>
                  <a:rPr lang="it-IT" sz="2600" dirty="0">
                    <a:solidFill>
                      <a:srgbClr val="000000"/>
                    </a:solidFill>
                  </a:rPr>
                  <a:t> </a:t>
                </a:r>
                <a:r>
                  <a:rPr lang="it-IT" sz="2600" dirty="0" err="1">
                    <a:solidFill>
                      <a:srgbClr val="000000"/>
                    </a:solidFill>
                  </a:rPr>
                  <a:t>HDC’s</a:t>
                </a:r>
                <a:r>
                  <a:rPr lang="it-IT" sz="2600" dirty="0">
                    <a:solidFill>
                      <a:srgbClr val="000000"/>
                    </a:solidFill>
                  </a:rPr>
                  <a:t> </a:t>
                </a:r>
                <a:r>
                  <a:rPr lang="it-IT" sz="2600" dirty="0" err="1">
                    <a:solidFill>
                      <a:srgbClr val="000000"/>
                    </a:solidFill>
                  </a:rPr>
                  <a:t>symbolic</a:t>
                </a:r>
                <a:r>
                  <a:rPr lang="it-IT" sz="2600" dirty="0">
                    <a:solidFill>
                      <a:srgbClr val="000000"/>
                    </a:solidFill>
                  </a:rPr>
                  <a:t> </a:t>
                </a:r>
                <a:r>
                  <a:rPr lang="it-IT" sz="2600" dirty="0" err="1">
                    <a:solidFill>
                      <a:srgbClr val="000000"/>
                    </a:solidFill>
                  </a:rPr>
                  <a:t>manipulation</a:t>
                </a:r>
                <a:r>
                  <a:rPr lang="it-IT" sz="2600" dirty="0">
                    <a:solidFill>
                      <a:srgbClr val="000000"/>
                    </a:solidFill>
                  </a:rPr>
                  <a:t> capabilities with quantum </a:t>
                </a:r>
                <a:r>
                  <a:rPr lang="it-IT" sz="2600" dirty="0" err="1">
                    <a:solidFill>
                      <a:srgbClr val="000000"/>
                    </a:solidFill>
                  </a:rPr>
                  <a:t>amplitude</a:t>
                </a:r>
                <a:r>
                  <a:rPr lang="it-IT" sz="2600" dirty="0">
                    <a:solidFill>
                      <a:srgbClr val="000000"/>
                    </a:solidFill>
                  </a:rPr>
                  <a:t> </a:t>
                </a:r>
                <a:r>
                  <a:rPr lang="it-IT" sz="2600" dirty="0" err="1">
                    <a:solidFill>
                      <a:srgbClr val="000000"/>
                    </a:solidFill>
                  </a:rPr>
                  <a:t>amplification</a:t>
                </a:r>
                <a:r>
                  <a:rPr lang="it-IT" sz="2600" dirty="0">
                    <a:solidFill>
                      <a:srgbClr val="000000"/>
                    </a:solidFill>
                  </a:rPr>
                  <a:t>.</a:t>
                </a:r>
              </a:p>
              <a:p>
                <a:pPr marL="457200" indent="-457200" algn="l">
                  <a:buFont typeface="Arial" panose="020B0604020202020204" pitchFamily="34" charset="0"/>
                  <a:buChar char="•"/>
                </a:pPr>
                <a:endParaRPr lang="en-US" sz="2600" noProof="0" dirty="0">
                  <a:solidFill>
                    <a:srgbClr val="000000"/>
                  </a:solidFill>
                  <a:latin typeface="+mn-lt"/>
                </a:endParaRPr>
              </a:p>
            </p:txBody>
          </p:sp>
        </mc:Choice>
        <mc:Fallback>
          <p:sp>
            <p:nvSpPr>
              <p:cNvPr id="46" name="CasellaDiTesto 45">
                <a:extLst>
                  <a:ext uri="{FF2B5EF4-FFF2-40B4-BE49-F238E27FC236}">
                    <a16:creationId xmlns:a16="http://schemas.microsoft.com/office/drawing/2014/main" id="{4B9AB449-0564-6924-93F3-1F86116B789B}"/>
                  </a:ext>
                </a:extLst>
              </p:cNvPr>
              <p:cNvSpPr txBox="1">
                <a:spLocks noRot="1" noChangeAspect="1" noMove="1" noResize="1" noEditPoints="1" noAdjustHandles="1" noChangeArrowheads="1" noChangeShapeType="1" noTextEdit="1"/>
              </p:cNvSpPr>
              <p:nvPr/>
            </p:nvSpPr>
            <p:spPr>
              <a:xfrm>
                <a:off x="2083465" y="14480244"/>
                <a:ext cx="11391649" cy="9383840"/>
              </a:xfrm>
              <a:prstGeom prst="rect">
                <a:avLst/>
              </a:prstGeom>
              <a:blipFill>
                <a:blip r:embed="rId3"/>
                <a:stretch>
                  <a:fillRect l="-1071" r="-1071"/>
                </a:stretch>
              </a:blipFill>
              <a:ln w="3175" cap="flat">
                <a:noFill/>
                <a:miter lim="400000"/>
              </a:ln>
              <a:effectLst/>
            </p:spPr>
            <p:txBody>
              <a:bodyPr/>
              <a:lstStyle/>
              <a:p>
                <a:r>
                  <a:rPr lang="it-IT">
                    <a:noFill/>
                  </a:rPr>
                  <a:t> </a:t>
                </a:r>
              </a:p>
            </p:txBody>
          </p:sp>
        </mc:Fallback>
      </mc:AlternateContent>
      <p:sp>
        <p:nvSpPr>
          <p:cNvPr id="16" name="Rettangolo 15">
            <a:extLst>
              <a:ext uri="{FF2B5EF4-FFF2-40B4-BE49-F238E27FC236}">
                <a16:creationId xmlns:a16="http://schemas.microsoft.com/office/drawing/2014/main" id="{A4EB6F84-5E3D-EC57-E458-4BBA14A50DD6}"/>
              </a:ext>
            </a:extLst>
          </p:cNvPr>
          <p:cNvSpPr/>
          <p:nvPr/>
        </p:nvSpPr>
        <p:spPr>
          <a:xfrm>
            <a:off x="0" y="-43622"/>
            <a:ext cx="30347400" cy="2768423"/>
          </a:xfrm>
          <a:prstGeom prst="rect">
            <a:avLst/>
          </a:prstGeom>
          <a:solidFill>
            <a:srgbClr val="2A65B0"/>
          </a:solidFill>
          <a:ln>
            <a:solidFill>
              <a:srgbClr val="2A6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oogle Shape;140;p1">
            <a:extLst>
              <a:ext uri="{FF2B5EF4-FFF2-40B4-BE49-F238E27FC236}">
                <a16:creationId xmlns:a16="http://schemas.microsoft.com/office/drawing/2014/main" id="{1D17FC4B-6B0C-D5C1-80CA-15034B35B6EA}"/>
              </a:ext>
            </a:extLst>
          </p:cNvPr>
          <p:cNvPicPr preferRelativeResize="0"/>
          <p:nvPr/>
        </p:nvPicPr>
        <p:blipFill rotWithShape="1">
          <a:blip r:embed="rId4">
            <a:alphaModFix/>
          </a:blip>
          <a:srcRect t="11662" b="32454"/>
          <a:stretch/>
        </p:blipFill>
        <p:spPr>
          <a:xfrm>
            <a:off x="2136778" y="412880"/>
            <a:ext cx="25969191" cy="2187760"/>
          </a:xfrm>
          <a:prstGeom prst="rect">
            <a:avLst/>
          </a:prstGeom>
          <a:noFill/>
          <a:ln>
            <a:noFill/>
          </a:ln>
        </p:spPr>
      </p:pic>
      <p:pic>
        <p:nvPicPr>
          <p:cNvPr id="4" name="Immagine 3" descr="Immagine che contiene testo, diagramma, cerchio, linea&#10;&#10;Il contenuto generato dall'IA potrebbe non essere corretto.">
            <a:extLst>
              <a:ext uri="{FF2B5EF4-FFF2-40B4-BE49-F238E27FC236}">
                <a16:creationId xmlns:a16="http://schemas.microsoft.com/office/drawing/2014/main" id="{054C86FD-D622-34A2-2A84-0235C9B8B9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264173" y="15228725"/>
            <a:ext cx="14422863" cy="7059010"/>
          </a:xfrm>
          <a:prstGeom prst="rect">
            <a:avLst/>
          </a:prstGeom>
        </p:spPr>
      </p:pic>
      <p:pic>
        <p:nvPicPr>
          <p:cNvPr id="6" name="Immagine 5" descr="Immagine che contiene diagramma, schizzo, design&#10;&#10;Il contenuto generato dall'IA potrebbe non essere corretto.">
            <a:extLst>
              <a:ext uri="{FF2B5EF4-FFF2-40B4-BE49-F238E27FC236}">
                <a16:creationId xmlns:a16="http://schemas.microsoft.com/office/drawing/2014/main" id="{AD4D0594-2C1F-AD50-D38F-A1B5BE709C6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0040" y="30227544"/>
            <a:ext cx="9412013" cy="7611537"/>
          </a:xfrm>
          <a:prstGeom prst="rect">
            <a:avLst/>
          </a:prstGeom>
        </p:spPr>
      </p:pic>
      <p:pic>
        <p:nvPicPr>
          <p:cNvPr id="8" name="Immagine 7" descr="Immagine che contiene testo, linea, Diagramma, diagramma&#10;&#10;Il contenuto generato dall'IA potrebbe non essere corretto.">
            <a:extLst>
              <a:ext uri="{FF2B5EF4-FFF2-40B4-BE49-F238E27FC236}">
                <a16:creationId xmlns:a16="http://schemas.microsoft.com/office/drawing/2014/main" id="{B9264D61-C7AD-485F-60CB-25AAD65CB5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737906" y="25425023"/>
            <a:ext cx="10097909" cy="6068272"/>
          </a:xfrm>
          <a:prstGeom prst="rect">
            <a:avLst/>
          </a:prstGeom>
        </p:spPr>
      </p:pic>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0B7DA805-438D-BDB2-1DE0-4E78941E3A14}"/>
                  </a:ext>
                </a:extLst>
              </p:cNvPr>
              <p:cNvSpPr txBox="1"/>
              <p:nvPr/>
            </p:nvSpPr>
            <p:spPr>
              <a:xfrm>
                <a:off x="2083465" y="25763049"/>
                <a:ext cx="13694221" cy="372831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pPr marL="857250" indent="-857250" algn="l">
                  <a:buFont typeface="Arial" panose="020B0604020202020204" pitchFamily="34" charset="0"/>
                  <a:buChar char="•"/>
                </a:pPr>
                <a:r>
                  <a:rPr lang="en-US" sz="2600" dirty="0">
                    <a:solidFill>
                      <a:srgbClr val="000000"/>
                    </a:solidFill>
                  </a:rPr>
                  <a:t>q-HDC was evaluated against </a:t>
                </a:r>
                <a:r>
                  <a:rPr lang="en-US" sz="2600" dirty="0" err="1">
                    <a:solidFill>
                      <a:srgbClr val="000000"/>
                    </a:solidFill>
                  </a:rPr>
                  <a:t>QuAM</a:t>
                </a:r>
                <a:r>
                  <a:rPr lang="en-US" sz="2600" dirty="0">
                    <a:solidFill>
                      <a:srgbClr val="000000"/>
                    </a:solidFill>
                  </a:rPr>
                  <a:t>, HDC, and classical DFAs in terms of </a:t>
                </a:r>
                <a:r>
                  <a:rPr lang="en-US" sz="2600" b="1" dirty="0">
                    <a:solidFill>
                      <a:srgbClr val="000000"/>
                    </a:solidFill>
                  </a:rPr>
                  <a:t>memory usage, computational complexity, robustness</a:t>
                </a:r>
                <a:r>
                  <a:rPr lang="en-US" sz="2600" dirty="0">
                    <a:solidFill>
                      <a:srgbClr val="000000"/>
                    </a:solidFill>
                  </a:rPr>
                  <a:t>, and </a:t>
                </a:r>
                <a:r>
                  <a:rPr lang="en-US" sz="2600" b="1" dirty="0">
                    <a:solidFill>
                      <a:srgbClr val="000000"/>
                    </a:solidFill>
                  </a:rPr>
                  <a:t>generalization beyond regular languages</a:t>
                </a:r>
                <a:r>
                  <a:rPr lang="en-US" sz="2600" dirty="0">
                    <a:solidFill>
                      <a:srgbClr val="000000"/>
                    </a:solidFill>
                  </a:rPr>
                  <a:t>.</a:t>
                </a:r>
              </a:p>
              <a:p>
                <a:pPr marL="857250" indent="-857250" algn="l">
                  <a:buFont typeface="Arial" panose="020B0604020202020204" pitchFamily="34" charset="0"/>
                  <a:buChar char="•"/>
                </a:pPr>
                <a:endParaRPr lang="en-US" sz="2600" dirty="0">
                  <a:solidFill>
                    <a:srgbClr val="000000"/>
                  </a:solidFill>
                </a:endParaRPr>
              </a:p>
              <a:p>
                <a:pPr marL="857250" indent="-857250" algn="l">
                  <a:buFont typeface="Arial" panose="020B0604020202020204" pitchFamily="34" charset="0"/>
                  <a:buChar char="•"/>
                </a:pPr>
                <a:r>
                  <a:rPr lang="it-IT" sz="2600" dirty="0">
                    <a:solidFill>
                      <a:srgbClr val="000000"/>
                    </a:solidFill>
                  </a:rPr>
                  <a:t>In </a:t>
                </a:r>
                <a:r>
                  <a:rPr lang="it-IT" sz="2600" dirty="0" err="1">
                    <a:solidFill>
                      <a:srgbClr val="000000"/>
                    </a:solidFill>
                  </a:rPr>
                  <a:t>terms</a:t>
                </a:r>
                <a:r>
                  <a:rPr lang="it-IT" sz="2600" dirty="0">
                    <a:solidFill>
                      <a:srgbClr val="000000"/>
                    </a:solidFill>
                  </a:rPr>
                  <a:t> of </a:t>
                </a:r>
                <a:r>
                  <a:rPr lang="it-IT" sz="2600" b="1" dirty="0">
                    <a:solidFill>
                      <a:srgbClr val="000000"/>
                    </a:solidFill>
                  </a:rPr>
                  <a:t>query time</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𝑇</m:t>
                    </m:r>
                    <m:r>
                      <a:rPr lang="it-IT" sz="2600">
                        <a:solidFill>
                          <a:srgbClr val="000000"/>
                        </a:solidFill>
                        <a:latin typeface="Cambria Math" panose="02040503050406030204" pitchFamily="18" charset="0"/>
                      </a:rPr>
                      <m:t>=</m:t>
                    </m:r>
                    <m:r>
                      <a:rPr lang="it-IT" sz="2600" i="1">
                        <a:solidFill>
                          <a:srgbClr val="000000"/>
                        </a:solidFill>
                        <a:latin typeface="Cambria Math" panose="02040503050406030204" pitchFamily="18" charset="0"/>
                      </a:rPr>
                      <m:t>𝑇</m:t>
                    </m:r>
                    <m:d>
                      <m:dPr>
                        <m:ctrlPr>
                          <a:rPr lang="ar-AE" sz="2600" i="1">
                            <a:solidFill>
                              <a:srgbClr val="000000"/>
                            </a:solidFill>
                            <a:latin typeface="Cambria Math" panose="02040503050406030204" pitchFamily="18" charset="0"/>
                          </a:rPr>
                        </m:ctrlPr>
                      </m:dPr>
                      <m:e>
                        <m:r>
                          <a:rPr lang="ar-AE" sz="2600" i="1">
                            <a:solidFill>
                              <a:srgbClr val="000000"/>
                            </a:solidFill>
                            <a:latin typeface="Cambria Math" panose="02040503050406030204" pitchFamily="18" charset="0"/>
                          </a:rPr>
                          <m:t>𝑘</m:t>
                        </m:r>
                      </m:e>
                    </m:d>
                  </m:oMath>
                </a14:m>
                <a:r>
                  <a:rPr lang="ar-AE" sz="2600" dirty="0">
                    <a:solidFill>
                      <a:srgbClr val="000000"/>
                    </a:solidFill>
                  </a:rPr>
                  <a:t>, </a:t>
                </a:r>
                <a:r>
                  <a:rPr lang="it-IT" sz="2600" dirty="0">
                    <a:solidFill>
                      <a:srgbClr val="000000"/>
                    </a:solidFill>
                  </a:rPr>
                  <a:t>i.e., the </a:t>
                </a:r>
                <a:r>
                  <a:rPr lang="it-IT" sz="2600" dirty="0" err="1">
                    <a:solidFill>
                      <a:srgbClr val="000000"/>
                    </a:solidFill>
                  </a:rPr>
                  <a:t>average</a:t>
                </a:r>
                <a:r>
                  <a:rPr lang="it-IT" sz="2600" dirty="0">
                    <a:solidFill>
                      <a:srgbClr val="000000"/>
                    </a:solidFill>
                  </a:rPr>
                  <a:t> time </a:t>
                </a:r>
                <a:r>
                  <a:rPr lang="it-IT" sz="2600" dirty="0" err="1">
                    <a:solidFill>
                      <a:srgbClr val="000000"/>
                    </a:solidFill>
                  </a:rPr>
                  <a:t>required</a:t>
                </a:r>
                <a:r>
                  <a:rPr lang="it-IT" sz="2600" dirty="0">
                    <a:solidFill>
                      <a:srgbClr val="000000"/>
                    </a:solidFill>
                  </a:rPr>
                  <a:t> to complete a </a:t>
                </a:r>
                <a:r>
                  <a:rPr lang="it-IT" sz="2600" dirty="0" err="1">
                    <a:solidFill>
                      <a:srgbClr val="000000"/>
                    </a:solidFill>
                  </a:rPr>
                  <a:t>suffix</a:t>
                </a:r>
                <a:r>
                  <a:rPr lang="it-IT" sz="2600" dirty="0">
                    <a:solidFill>
                      <a:srgbClr val="000000"/>
                    </a:solidFill>
                  </a:rPr>
                  <a:t> of </a:t>
                </a:r>
                <a:r>
                  <a:rPr lang="it-IT" sz="2600" dirty="0" err="1">
                    <a:solidFill>
                      <a:srgbClr val="000000"/>
                    </a:solidFill>
                  </a:rPr>
                  <a:t>length</a:t>
                </a:r>
                <a:r>
                  <a:rPr lang="it-IT" sz="2600" dirty="0">
                    <a:solidFill>
                      <a:srgbClr val="000000"/>
                    </a:solidFill>
                  </a:rPr>
                  <a:t> </a:t>
                </a:r>
                <a14:m>
                  <m:oMath xmlns:m="http://schemas.openxmlformats.org/officeDocument/2006/math">
                    <m:r>
                      <a:rPr lang="it-IT" sz="2600" i="1">
                        <a:solidFill>
                          <a:srgbClr val="000000"/>
                        </a:solidFill>
                        <a:latin typeface="Cambria Math" panose="02040503050406030204" pitchFamily="18" charset="0"/>
                      </a:rPr>
                      <m:t>𝑘</m:t>
                    </m:r>
                  </m:oMath>
                </a14:m>
                <a:r>
                  <a:rPr lang="it-IT" sz="2600" dirty="0">
                    <a:solidFill>
                      <a:srgbClr val="000000"/>
                    </a:solidFill>
                  </a:rPr>
                  <a:t>, </a:t>
                </a:r>
                <a:r>
                  <a:rPr lang="it-IT" sz="2600" dirty="0" err="1">
                    <a:solidFill>
                      <a:srgbClr val="000000"/>
                    </a:solidFill>
                  </a:rPr>
                  <a:t>results</a:t>
                </a:r>
                <a:r>
                  <a:rPr lang="it-IT" sz="2600" dirty="0">
                    <a:solidFill>
                      <a:srgbClr val="000000"/>
                    </a:solidFill>
                  </a:rPr>
                  <a:t> show </a:t>
                </a:r>
                <a:r>
                  <a:rPr lang="it-IT" sz="2600" dirty="0" err="1">
                    <a:solidFill>
                      <a:srgbClr val="000000"/>
                    </a:solidFill>
                  </a:rPr>
                  <a:t>that</a:t>
                </a:r>
                <a:r>
                  <a:rPr lang="it-IT" sz="2600" dirty="0">
                    <a:solidFill>
                      <a:srgbClr val="000000"/>
                    </a:solidFill>
                  </a:rPr>
                  <a:t> DFA </a:t>
                </a:r>
                <a:r>
                  <a:rPr lang="it-IT" sz="2600" dirty="0" err="1">
                    <a:solidFill>
                      <a:srgbClr val="000000"/>
                    </a:solidFill>
                  </a:rPr>
                  <a:t>runtime</a:t>
                </a:r>
                <a:r>
                  <a:rPr lang="it-IT" sz="2600" dirty="0">
                    <a:solidFill>
                      <a:srgbClr val="000000"/>
                    </a:solidFill>
                  </a:rPr>
                  <a:t> </a:t>
                </a:r>
                <a:r>
                  <a:rPr lang="it-IT" sz="2600" dirty="0" err="1">
                    <a:solidFill>
                      <a:srgbClr val="000000"/>
                    </a:solidFill>
                  </a:rPr>
                  <a:t>grows</a:t>
                </a:r>
                <a:r>
                  <a:rPr lang="it-IT" sz="2600" dirty="0">
                    <a:solidFill>
                      <a:srgbClr val="000000"/>
                    </a:solidFill>
                  </a:rPr>
                  <a:t> </a:t>
                </a:r>
                <a:r>
                  <a:rPr lang="it-IT" sz="2600" dirty="0" err="1">
                    <a:solidFill>
                      <a:srgbClr val="000000"/>
                    </a:solidFill>
                  </a:rPr>
                  <a:t>exponentially</a:t>
                </a:r>
                <a:r>
                  <a:rPr lang="it-IT" sz="2600" dirty="0">
                    <a:solidFill>
                      <a:srgbClr val="000000"/>
                    </a:solidFill>
                  </a:rPr>
                  <a:t>, HDC </a:t>
                </a:r>
                <a:r>
                  <a:rPr lang="it-IT" sz="2600" dirty="0" err="1">
                    <a:solidFill>
                      <a:srgbClr val="000000"/>
                    </a:solidFill>
                  </a:rPr>
                  <a:t>scales</a:t>
                </a:r>
                <a:r>
                  <a:rPr lang="it-IT" sz="2600" dirty="0">
                    <a:solidFill>
                      <a:srgbClr val="000000"/>
                    </a:solidFill>
                  </a:rPr>
                  <a:t> </a:t>
                </a:r>
                <a:r>
                  <a:rPr lang="it-IT" sz="2600" dirty="0" err="1">
                    <a:solidFill>
                      <a:srgbClr val="000000"/>
                    </a:solidFill>
                  </a:rPr>
                  <a:t>linearly</a:t>
                </a:r>
                <a:r>
                  <a:rPr lang="it-IT" sz="2600" dirty="0">
                    <a:solidFill>
                      <a:srgbClr val="000000"/>
                    </a:solidFill>
                  </a:rPr>
                  <a:t>, and </a:t>
                </a:r>
                <a:r>
                  <a:rPr lang="it-IT" sz="2600" dirty="0" err="1">
                    <a:solidFill>
                      <a:srgbClr val="000000"/>
                    </a:solidFill>
                  </a:rPr>
                  <a:t>QuAM</a:t>
                </a:r>
                <a:r>
                  <a:rPr lang="it-IT" sz="2600" dirty="0">
                    <a:solidFill>
                      <a:srgbClr val="000000"/>
                    </a:solidFill>
                  </a:rPr>
                  <a:t> </a:t>
                </a:r>
                <a:r>
                  <a:rPr lang="it-IT" sz="2600" dirty="0" err="1">
                    <a:solidFill>
                      <a:srgbClr val="000000"/>
                    </a:solidFill>
                  </a:rPr>
                  <a:t>exhibits</a:t>
                </a:r>
                <a:r>
                  <a:rPr lang="it-IT" sz="2600" dirty="0">
                    <a:solidFill>
                      <a:srgbClr val="000000"/>
                    </a:solidFill>
                  </a:rPr>
                  <a:t> Grover </a:t>
                </a:r>
                <a:r>
                  <a:rPr lang="it-IT" sz="2600" dirty="0" err="1">
                    <a:solidFill>
                      <a:srgbClr val="000000"/>
                    </a:solidFill>
                  </a:rPr>
                  <a:t>speedup</a:t>
                </a:r>
                <a:r>
                  <a:rPr lang="it-IT" sz="2600" dirty="0">
                    <a:solidFill>
                      <a:srgbClr val="000000"/>
                    </a:solidFill>
                  </a:rPr>
                  <a:t>. </a:t>
                </a:r>
                <a:r>
                  <a:rPr lang="en-US" sz="2600" dirty="0">
                    <a:solidFill>
                      <a:srgbClr val="000000"/>
                    </a:solidFill>
                  </a:rPr>
                  <a:t>The </a:t>
                </a:r>
                <a:r>
                  <a:rPr lang="en-US" sz="2600" dirty="0" err="1">
                    <a:solidFill>
                      <a:srgbClr val="000000"/>
                    </a:solidFill>
                  </a:rPr>
                  <a:t>qHDC</a:t>
                </a:r>
                <a:r>
                  <a:rPr lang="en-US" sz="2600" dirty="0">
                    <a:solidFill>
                      <a:srgbClr val="000000"/>
                    </a:solidFill>
                  </a:rPr>
                  <a:t> retains the asymptotic behavior of the </a:t>
                </a:r>
                <a:r>
                  <a:rPr lang="en-US" sz="2600" dirty="0" err="1">
                    <a:solidFill>
                      <a:srgbClr val="000000"/>
                    </a:solidFill>
                  </a:rPr>
                  <a:t>QuAM</a:t>
                </a:r>
                <a:r>
                  <a:rPr lang="en-US" sz="2600" dirty="0">
                    <a:solidFill>
                      <a:srgbClr val="000000"/>
                    </a:solidFill>
                  </a:rPr>
                  <a:t> for small suffixes, but eventually shows a crossing point where its clear an advantage that grows as the suffix length grow.</a:t>
                </a:r>
                <a:endParaRPr kumimoji="0" lang="en-US" sz="2600" i="0" u="none" strike="noStrike" cap="none" spc="136" normalizeH="0" baseline="0" dirty="0">
                  <a:ln>
                    <a:noFill/>
                  </a:ln>
                  <a:solidFill>
                    <a:srgbClr val="000000"/>
                  </a:solidFill>
                  <a:effectLst/>
                  <a:uFillTx/>
                  <a:sym typeface="Graphik Medium"/>
                </a:endParaRPr>
              </a:p>
            </p:txBody>
          </p:sp>
        </mc:Choice>
        <mc:Fallback>
          <p:sp>
            <p:nvSpPr>
              <p:cNvPr id="9" name="CasellaDiTesto 8">
                <a:extLst>
                  <a:ext uri="{FF2B5EF4-FFF2-40B4-BE49-F238E27FC236}">
                    <a16:creationId xmlns:a16="http://schemas.microsoft.com/office/drawing/2014/main" id="{0B7DA805-438D-BDB2-1DE0-4E78941E3A14}"/>
                  </a:ext>
                </a:extLst>
              </p:cNvPr>
              <p:cNvSpPr txBox="1">
                <a:spLocks noRot="1" noChangeAspect="1" noMove="1" noResize="1" noEditPoints="1" noAdjustHandles="1" noChangeArrowheads="1" noChangeShapeType="1" noTextEdit="1"/>
              </p:cNvSpPr>
              <p:nvPr/>
            </p:nvSpPr>
            <p:spPr>
              <a:xfrm>
                <a:off x="2083465" y="25763049"/>
                <a:ext cx="13694221" cy="3728317"/>
              </a:xfrm>
              <a:prstGeom prst="rect">
                <a:avLst/>
              </a:prstGeom>
              <a:blipFill>
                <a:blip r:embed="rId8"/>
                <a:stretch>
                  <a:fillRect l="-890" t="-327" b="-3431"/>
                </a:stretch>
              </a:blipFill>
              <a:ln w="3175" cap="flat">
                <a:noFill/>
                <a:miter lim="400000"/>
              </a:ln>
              <a:effectLst/>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33CC5400-C60F-00AE-13EB-09C3822B33E4}"/>
              </a:ext>
            </a:extLst>
          </p:cNvPr>
          <p:cNvSpPr txBox="1"/>
          <p:nvPr/>
        </p:nvSpPr>
        <p:spPr>
          <a:xfrm>
            <a:off x="15847972" y="33907741"/>
            <a:ext cx="12490031" cy="3328208"/>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pPr marL="457200" indent="-457200" algn="l">
              <a:buFont typeface="Arial" panose="020B0604020202020204" pitchFamily="34" charset="0"/>
              <a:buChar char="•"/>
            </a:pPr>
            <a:r>
              <a:rPr lang="en-US" sz="2600" dirty="0">
                <a:solidFill>
                  <a:srgbClr val="000000"/>
                </a:solidFill>
              </a:rPr>
              <a:t>Regarding </a:t>
            </a:r>
            <a:r>
              <a:rPr lang="en-US" sz="2600" b="1" dirty="0">
                <a:solidFill>
                  <a:srgbClr val="000000"/>
                </a:solidFill>
              </a:rPr>
              <a:t>memory usage and latency</a:t>
            </a:r>
            <a:r>
              <a:rPr lang="en-US" sz="2600" dirty="0">
                <a:solidFill>
                  <a:srgbClr val="000000"/>
                </a:solidFill>
              </a:rPr>
              <a:t>, q-HDC achieves both low latency and reduced memory consumption. DFAs are memory-efficient but suffer from rapidly increasing latency, HDC is fast yet memory-intensive, and </a:t>
            </a:r>
            <a:r>
              <a:rPr lang="en-US" sz="2600" dirty="0" err="1">
                <a:solidFill>
                  <a:srgbClr val="000000"/>
                </a:solidFill>
              </a:rPr>
              <a:t>QuAM</a:t>
            </a:r>
            <a:r>
              <a:rPr lang="en-US" sz="2600" dirty="0">
                <a:solidFill>
                  <a:srgbClr val="000000"/>
                </a:solidFill>
              </a:rPr>
              <a:t> reduces memory requirements but remains slower than q-HDC.</a:t>
            </a:r>
          </a:p>
          <a:p>
            <a:pPr marL="457200" indent="-457200" algn="l">
              <a:buFont typeface="Arial" panose="020B0604020202020204" pitchFamily="34" charset="0"/>
              <a:buChar char="•"/>
            </a:pPr>
            <a:endParaRPr lang="en-US" sz="2600" dirty="0">
              <a:solidFill>
                <a:srgbClr val="000000"/>
              </a:solidFill>
            </a:endParaRPr>
          </a:p>
          <a:p>
            <a:pPr marL="457200" indent="-457200" algn="l">
              <a:buFont typeface="Arial" panose="020B0604020202020204" pitchFamily="34" charset="0"/>
              <a:buChar char="•"/>
            </a:pPr>
            <a:r>
              <a:rPr lang="en-US" sz="2600" dirty="0">
                <a:solidFill>
                  <a:srgbClr val="000000"/>
                </a:solidFill>
              </a:rPr>
              <a:t>In terms of </a:t>
            </a:r>
            <a:r>
              <a:rPr lang="en-US" sz="2600" b="1" dirty="0">
                <a:solidFill>
                  <a:srgbClr val="000000"/>
                </a:solidFill>
              </a:rPr>
              <a:t>robustness</a:t>
            </a:r>
            <a:r>
              <a:rPr lang="en-US" sz="2600" dirty="0">
                <a:solidFill>
                  <a:srgbClr val="000000"/>
                </a:solidFill>
              </a:rPr>
              <a:t>, q-HDC maintains high accuracy under noise for structured patterns and outperforms both DFA and HDC on unstructured datasets, where all models experience greater degradation.</a:t>
            </a:r>
            <a:endParaRPr kumimoji="0" lang="it-IT" sz="2600" i="0" u="none" strike="noStrike" cap="none" spc="136" normalizeH="0" baseline="0" dirty="0">
              <a:ln>
                <a:noFill/>
              </a:ln>
              <a:solidFill>
                <a:srgbClr val="000000"/>
              </a:solidFill>
              <a:effectLst/>
              <a:uFillTx/>
              <a:latin typeface="Graphik Medium"/>
              <a:ea typeface="Graphik Medium"/>
              <a:cs typeface="Graphik Medium"/>
              <a:sym typeface="Graphik Medium"/>
            </a:endParaRPr>
          </a:p>
        </p:txBody>
      </p:sp>
      <p:sp>
        <p:nvSpPr>
          <p:cNvPr id="3" name="Novelties and findings…">
            <a:extLst>
              <a:ext uri="{FF2B5EF4-FFF2-40B4-BE49-F238E27FC236}">
                <a16:creationId xmlns:a16="http://schemas.microsoft.com/office/drawing/2014/main" id="{538040EB-9E0C-96D7-7C23-870ED2C90ABA}"/>
              </a:ext>
            </a:extLst>
          </p:cNvPr>
          <p:cNvSpPr txBox="1"/>
          <p:nvPr/>
        </p:nvSpPr>
        <p:spPr>
          <a:xfrm>
            <a:off x="17178108" y="8337600"/>
            <a:ext cx="11294438" cy="212787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63050" tIns="63050" rIns="63050" bIns="63050" anchor="ctr">
            <a:spAutoFit/>
          </a:bodyPr>
          <a:lstStyle/>
          <a:p>
            <a:pPr algn="l">
              <a:defRPr sz="2500" b="1" spc="50">
                <a:latin typeface="+mn-lt"/>
                <a:ea typeface="+mn-ea"/>
                <a:cs typeface="+mn-cs"/>
                <a:sym typeface="Graphik"/>
              </a:defRPr>
            </a:pPr>
            <a:r>
              <a:rPr lang="en-US" sz="2600" dirty="0">
                <a:solidFill>
                  <a:srgbClr val="000000"/>
                </a:solidFill>
              </a:rPr>
              <a:t>Analysis</a:t>
            </a:r>
            <a:endParaRPr lang="en-US" sz="2600" noProof="0" dirty="0">
              <a:solidFill>
                <a:srgbClr val="000000"/>
              </a:solidFill>
            </a:endParaRPr>
          </a:p>
          <a:p>
            <a:pPr marL="171450" indent="-171450" algn="l">
              <a:defRPr sz="2500" spc="50"/>
            </a:pPr>
            <a:r>
              <a:rPr lang="en-US" sz="2600" noProof="0" dirty="0">
                <a:solidFill>
                  <a:srgbClr val="000000"/>
                </a:solidFill>
              </a:rPr>
              <a:t>-</a:t>
            </a:r>
            <a:r>
              <a:rPr lang="en-US" sz="2600" dirty="0">
                <a:solidFill>
                  <a:srgbClr val="000000"/>
                </a:solidFill>
              </a:rPr>
              <a:t> </a:t>
            </a:r>
            <a:r>
              <a:rPr lang="en-US" sz="2600" noProof="0" dirty="0">
                <a:solidFill>
                  <a:srgbClr val="000000"/>
                </a:solidFill>
              </a:rPr>
              <a:t>Quantum hyperdimensional computing is investigated for solving binary pattern completion under regular and non regular constraints. The problem is formally defined and analyzed using classical automata, hyperdimensional computing and quantum memory models.</a:t>
            </a:r>
          </a:p>
        </p:txBody>
      </p:sp>
      <p:sp>
        <p:nvSpPr>
          <p:cNvPr id="5" name="CasellaDiTesto 4">
            <a:extLst>
              <a:ext uri="{FF2B5EF4-FFF2-40B4-BE49-F238E27FC236}">
                <a16:creationId xmlns:a16="http://schemas.microsoft.com/office/drawing/2014/main" id="{1683E8A3-EE5B-2C82-4904-0E5BC96BE30E}"/>
              </a:ext>
            </a:extLst>
          </p:cNvPr>
          <p:cNvSpPr txBox="1"/>
          <p:nvPr/>
        </p:nvSpPr>
        <p:spPr>
          <a:xfrm>
            <a:off x="14429773" y="22485437"/>
            <a:ext cx="13456446" cy="52744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pPr marL="0" marR="0" indent="0" algn="ctr" defTabSz="1109603" rtl="0" fontAlgn="auto" latinLnBrk="0" hangingPunct="0">
              <a:lnSpc>
                <a:spcPct val="100000"/>
              </a:lnSpc>
              <a:spcBef>
                <a:spcPts val="0"/>
              </a:spcBef>
              <a:spcAft>
                <a:spcPts val="0"/>
              </a:spcAft>
              <a:buClrTx/>
              <a:buSzTx/>
              <a:buFontTx/>
              <a:buNone/>
              <a:tabLst/>
            </a:pPr>
            <a:r>
              <a:rPr kumimoji="0" lang="it-IT" sz="2600" b="1" i="1" u="none" strike="noStrike" cap="none" spc="136" normalizeH="0" baseline="0" dirty="0" err="1">
                <a:ln>
                  <a:noFill/>
                </a:ln>
                <a:solidFill>
                  <a:srgbClr val="000000"/>
                </a:solidFill>
                <a:effectLst/>
                <a:uFillTx/>
                <a:latin typeface="Graphik Medium"/>
                <a:ea typeface="Graphik Medium"/>
                <a:cs typeface="Graphik Medium"/>
                <a:sym typeface="Graphik Medium"/>
              </a:rPr>
              <a:t>Fig</a:t>
            </a:r>
            <a:r>
              <a:rPr kumimoji="0" lang="it-IT" sz="2600" b="1" i="1" u="none" strike="noStrike" cap="none" spc="136" normalizeH="0" baseline="0" dirty="0">
                <a:ln>
                  <a:noFill/>
                </a:ln>
                <a:solidFill>
                  <a:srgbClr val="000000"/>
                </a:solidFill>
                <a:effectLst/>
                <a:uFillTx/>
                <a:latin typeface="Graphik Medium"/>
                <a:ea typeface="Graphik Medium"/>
                <a:cs typeface="Graphik Medium"/>
                <a:sym typeface="Graphik Medium"/>
              </a:rPr>
              <a:t> 1</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Chomsky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hierarchy</a:t>
            </a:r>
            <a:r>
              <a:rPr lang="it-IT" sz="2600" i="1" dirty="0">
                <a:solidFill>
                  <a:srgbClr val="000000"/>
                </a:solidFill>
              </a:rPr>
              <a:t>. </a:t>
            </a:r>
            <a:endPar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endParaRPr>
          </a:p>
        </p:txBody>
      </p:sp>
      <p:sp>
        <p:nvSpPr>
          <p:cNvPr id="7" name="CasellaDiTesto 6">
            <a:extLst>
              <a:ext uri="{FF2B5EF4-FFF2-40B4-BE49-F238E27FC236}">
                <a16:creationId xmlns:a16="http://schemas.microsoft.com/office/drawing/2014/main" id="{7798AA05-7E7A-68B4-964E-2C51622E2EB3}"/>
              </a:ext>
            </a:extLst>
          </p:cNvPr>
          <p:cNvSpPr txBox="1"/>
          <p:nvPr/>
        </p:nvSpPr>
        <p:spPr>
          <a:xfrm>
            <a:off x="15204581" y="32100824"/>
            <a:ext cx="13456446" cy="527441"/>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pPr marL="0" marR="0" indent="0" algn="ctr" defTabSz="1109603" rtl="0" fontAlgn="auto" latinLnBrk="0" hangingPunct="0">
              <a:lnSpc>
                <a:spcPct val="100000"/>
              </a:lnSpc>
              <a:spcBef>
                <a:spcPts val="0"/>
              </a:spcBef>
              <a:spcAft>
                <a:spcPts val="0"/>
              </a:spcAft>
              <a:buClrTx/>
              <a:buSzTx/>
              <a:buFontTx/>
              <a:buNone/>
              <a:tabLst/>
            </a:pPr>
            <a:r>
              <a:rPr kumimoji="0" lang="it-IT" sz="2600" b="1" i="1" u="none" strike="noStrike" cap="none" spc="136" normalizeH="0" baseline="0" dirty="0" err="1">
                <a:ln>
                  <a:noFill/>
                </a:ln>
                <a:solidFill>
                  <a:srgbClr val="000000"/>
                </a:solidFill>
                <a:effectLst/>
                <a:uFillTx/>
                <a:latin typeface="Graphik Medium"/>
                <a:ea typeface="Graphik Medium"/>
                <a:cs typeface="Graphik Medium"/>
                <a:sym typeface="Graphik Medium"/>
              </a:rPr>
              <a:t>Fig</a:t>
            </a:r>
            <a:r>
              <a:rPr kumimoji="0" lang="it-IT" sz="2600" b="1" i="1" u="none" strike="noStrike" cap="none" spc="136" normalizeH="0" baseline="0" dirty="0">
                <a:ln>
                  <a:noFill/>
                </a:ln>
                <a:solidFill>
                  <a:srgbClr val="000000"/>
                </a:solidFill>
                <a:effectLst/>
                <a:uFillTx/>
                <a:latin typeface="Graphik Medium"/>
                <a:ea typeface="Graphik Medium"/>
                <a:cs typeface="Graphik Medium"/>
                <a:sym typeface="Graphik Medium"/>
              </a:rPr>
              <a:t> 2</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Query-time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scalability</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as</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suffix</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lenght</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 </a:t>
            </a:r>
            <a:r>
              <a:rPr kumimoji="0" lang="it-IT" sz="2600" b="0" i="1" u="none" strike="noStrike" cap="none" spc="136" normalizeH="0" baseline="0" dirty="0" err="1">
                <a:ln>
                  <a:noFill/>
                </a:ln>
                <a:solidFill>
                  <a:srgbClr val="000000"/>
                </a:solidFill>
                <a:effectLst/>
                <a:uFillTx/>
                <a:latin typeface="Graphik Medium"/>
                <a:ea typeface="Graphik Medium"/>
                <a:cs typeface="Graphik Medium"/>
                <a:sym typeface="Graphik Medium"/>
              </a:rPr>
              <a:t>grows</a:t>
            </a:r>
            <a:r>
              <a:rPr kumimoji="0" lang="it-IT" sz="2600" b="0" i="1" u="none" strike="noStrike" cap="none" spc="136" normalizeH="0" baseline="0" dirty="0">
                <a:ln>
                  <a:noFill/>
                </a:ln>
                <a:solidFill>
                  <a:srgbClr val="000000"/>
                </a:solidFill>
                <a:effectLst/>
                <a:uFillTx/>
                <a:latin typeface="Graphik Medium"/>
                <a:ea typeface="Graphik Medium"/>
                <a:cs typeface="Graphik Medium"/>
                <a:sym typeface="Graphik Medium"/>
              </a:rPr>
              <a:t>.</a:t>
            </a:r>
          </a:p>
        </p:txBody>
      </p:sp>
      <p:sp>
        <p:nvSpPr>
          <p:cNvPr id="10" name="CasellaDiTesto 9">
            <a:extLst>
              <a:ext uri="{FF2B5EF4-FFF2-40B4-BE49-F238E27FC236}">
                <a16:creationId xmlns:a16="http://schemas.microsoft.com/office/drawing/2014/main" id="{154E7EFC-B052-884C-6320-53475F1FC41D}"/>
              </a:ext>
            </a:extLst>
          </p:cNvPr>
          <p:cNvSpPr txBox="1"/>
          <p:nvPr/>
        </p:nvSpPr>
        <p:spPr>
          <a:xfrm>
            <a:off x="1753454" y="38199709"/>
            <a:ext cx="13456446" cy="558219"/>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3050" tIns="63050" rIns="63050" bIns="63050" numCol="1" spcCol="38100" rtlCol="0" anchor="ctr">
            <a:spAutoFit/>
          </a:bodyPr>
          <a:lstStyle/>
          <a:p>
            <a:r>
              <a:rPr kumimoji="0" lang="it-IT" sz="2600" b="1" i="0" u="none" strike="noStrike" cap="none" spc="136" normalizeH="0" baseline="0" dirty="0" err="1">
                <a:ln>
                  <a:noFill/>
                </a:ln>
                <a:solidFill>
                  <a:srgbClr val="000000"/>
                </a:solidFill>
                <a:effectLst/>
                <a:uFillTx/>
                <a:latin typeface="Graphik Medium"/>
                <a:ea typeface="Graphik Medium"/>
                <a:cs typeface="Graphik Medium"/>
                <a:sym typeface="Graphik Medium"/>
              </a:rPr>
              <a:t>Fig</a:t>
            </a:r>
            <a:r>
              <a:rPr kumimoji="0" lang="it-IT" sz="2600" b="1" i="0" u="none" strike="noStrike" cap="none" spc="136" normalizeH="0" baseline="0" dirty="0">
                <a:ln>
                  <a:noFill/>
                </a:ln>
                <a:solidFill>
                  <a:srgbClr val="000000"/>
                </a:solidFill>
                <a:effectLst/>
                <a:uFillTx/>
                <a:latin typeface="Graphik Medium"/>
                <a:ea typeface="Graphik Medium"/>
                <a:cs typeface="Graphik Medium"/>
                <a:sym typeface="Graphik Medium"/>
              </a:rPr>
              <a:t> 3</a:t>
            </a:r>
            <a:r>
              <a:rPr kumimoji="0" lang="it-IT" sz="2600" b="0" i="0" u="none" strike="noStrike" cap="none" spc="136" normalizeH="0" baseline="0" dirty="0">
                <a:ln>
                  <a:noFill/>
                </a:ln>
                <a:solidFill>
                  <a:srgbClr val="000000"/>
                </a:solidFill>
                <a:effectLst/>
                <a:uFillTx/>
                <a:latin typeface="Graphik Medium"/>
                <a:ea typeface="Graphik Medium"/>
                <a:cs typeface="Graphik Medium"/>
                <a:sym typeface="Graphik Medium"/>
              </a:rPr>
              <a:t>: </a:t>
            </a:r>
            <a:r>
              <a:rPr lang="it-IT" sz="2800" i="1" dirty="0">
                <a:solidFill>
                  <a:srgbClr val="000000"/>
                </a:solidFill>
              </a:rPr>
              <a:t>Performance </a:t>
            </a:r>
            <a:r>
              <a:rPr lang="it-IT" sz="2800" i="1" dirty="0" err="1">
                <a:solidFill>
                  <a:srgbClr val="000000"/>
                </a:solidFill>
              </a:rPr>
              <a:t>comparison</a:t>
            </a:r>
            <a:r>
              <a:rPr lang="it-IT" sz="2800" i="1" dirty="0">
                <a:solidFill>
                  <a:srgbClr val="000000"/>
                </a:solidFill>
              </a:rPr>
              <a:t> </a:t>
            </a:r>
            <a:r>
              <a:rPr lang="it-IT" sz="2800" i="1" dirty="0" err="1">
                <a:solidFill>
                  <a:srgbClr val="000000"/>
                </a:solidFill>
              </a:rPr>
              <a:t>across</a:t>
            </a:r>
            <a:r>
              <a:rPr lang="it-IT" sz="2800" i="1" dirty="0">
                <a:solidFill>
                  <a:srgbClr val="000000"/>
                </a:solidFill>
              </a:rPr>
              <a:t> models (spider chart)</a:t>
            </a:r>
            <a:endParaRPr kumimoji="0" lang="it-IT" sz="2600" b="0" i="0" u="none" strike="noStrike" cap="none" spc="136" normalizeH="0" baseline="0" dirty="0">
              <a:ln>
                <a:noFill/>
              </a:ln>
              <a:solidFill>
                <a:srgbClr val="000000"/>
              </a:solidFill>
              <a:effectLst/>
              <a:uFillTx/>
              <a:latin typeface="Graphik Medium"/>
              <a:ea typeface="Graphik Medium"/>
              <a:cs typeface="Graphik Medium"/>
              <a:sym typeface="Graphik Medium"/>
            </a:endParaRPr>
          </a:p>
        </p:txBody>
      </p:sp>
    </p:spTree>
  </p:cSld>
  <p:clrMapOvr>
    <a:masterClrMapping/>
  </p:clrMapOvr>
  <p:transition spd="med"/>
</p:sld>
</file>

<file path=ppt/theme/theme1.xml><?xml version="1.0" encoding="utf-8"?>
<a:theme xmlns:a="http://schemas.openxmlformats.org/drawingml/2006/main" name="24_Briefing">
  <a:themeElements>
    <a:clrScheme name="24_Briefing">
      <a:dk1>
        <a:srgbClr val="002C3A"/>
      </a:dk1>
      <a:lt1>
        <a:srgbClr val="54818F"/>
      </a:lt1>
      <a:dk2>
        <a:srgbClr val="5E5E5E"/>
      </a:dk2>
      <a:lt2>
        <a:srgbClr val="D5D5D5"/>
      </a:lt2>
      <a:accent1>
        <a:srgbClr val="54818F"/>
      </a:accent1>
      <a:accent2>
        <a:srgbClr val="308C8B"/>
      </a:accent2>
      <a:accent3>
        <a:srgbClr val="7A9105"/>
      </a:accent3>
      <a:accent4>
        <a:srgbClr val="C26E6A"/>
      </a:accent4>
      <a:accent5>
        <a:srgbClr val="E4E942"/>
      </a:accent5>
      <a:accent6>
        <a:srgbClr val="5B516A"/>
      </a:accent6>
      <a:hlink>
        <a:srgbClr val="0000FF"/>
      </a:hlink>
      <a:folHlink>
        <a:srgbClr val="FF00FF"/>
      </a:folHlink>
    </a:clrScheme>
    <a:fontScheme name="24_Briefing">
      <a:majorFont>
        <a:latin typeface="Graphik"/>
        <a:ea typeface="Graphik"/>
        <a:cs typeface="Graphik"/>
      </a:majorFont>
      <a:minorFont>
        <a:latin typeface="Graphik"/>
        <a:ea typeface="Graphik"/>
        <a:cs typeface="Graphik"/>
      </a:minorFont>
    </a:fontScheme>
    <a:fmtScheme name="24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63050" tIns="63050" rIns="63050" bIns="63050" numCol="1" spcCol="38100" rtlCol="0" anchor="ctr">
        <a:spAutoFit/>
      </a:bodyPr>
      <a:lstStyle>
        <a:defPPr marL="0" marR="0" indent="0" algn="ctr" defTabSz="2575865" rtl="0" fontAlgn="auto" latinLnBrk="0" hangingPunct="0">
          <a:lnSpc>
            <a:spcPct val="100000"/>
          </a:lnSpc>
          <a:spcBef>
            <a:spcPts val="0"/>
          </a:spcBef>
          <a:spcAft>
            <a:spcPts val="0"/>
          </a:spcAft>
          <a:buClrTx/>
          <a:buSzTx/>
          <a:buFontTx/>
          <a:buNone/>
          <a:tabLst/>
          <a:defRPr kumimoji="0" sz="9600" b="0" i="0" u="none" strike="noStrike" cap="none" spc="0" normalizeH="0" baseline="0">
            <a:ln>
              <a:noFill/>
            </a:ln>
            <a:solidFill>
              <a:srgbClr val="000000"/>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63500" cap="flat">
          <a:solidFill>
            <a:schemeClr val="accent6">
              <a:hueOff val="61929"/>
              <a:satOff val="10820"/>
              <a:lumOff val="-8848"/>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63050" tIns="63050" rIns="63050" bIns="63050" numCol="1" spcCol="38100" rtlCol="0" anchor="ctr">
        <a:spAutoFit/>
      </a:bodyPr>
      <a:lstStyle>
        <a:defPPr marL="0" marR="0" indent="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4_Briefing">
  <a:themeElements>
    <a:clrScheme name="24_Briefing">
      <a:dk1>
        <a:srgbClr val="000000"/>
      </a:dk1>
      <a:lt1>
        <a:srgbClr val="FFFFFF"/>
      </a:lt1>
      <a:dk2>
        <a:srgbClr val="5E5E5E"/>
      </a:dk2>
      <a:lt2>
        <a:srgbClr val="D5D5D5"/>
      </a:lt2>
      <a:accent1>
        <a:srgbClr val="54818F"/>
      </a:accent1>
      <a:accent2>
        <a:srgbClr val="308C8B"/>
      </a:accent2>
      <a:accent3>
        <a:srgbClr val="7A9105"/>
      </a:accent3>
      <a:accent4>
        <a:srgbClr val="C26E6A"/>
      </a:accent4>
      <a:accent5>
        <a:srgbClr val="E4E942"/>
      </a:accent5>
      <a:accent6>
        <a:srgbClr val="5B516A"/>
      </a:accent6>
      <a:hlink>
        <a:srgbClr val="0000FF"/>
      </a:hlink>
      <a:folHlink>
        <a:srgbClr val="FF00FF"/>
      </a:folHlink>
    </a:clrScheme>
    <a:fontScheme name="24_Briefing">
      <a:majorFont>
        <a:latin typeface="Graphik"/>
        <a:ea typeface="Graphik"/>
        <a:cs typeface="Graphik"/>
      </a:majorFont>
      <a:minorFont>
        <a:latin typeface="Graphik"/>
        <a:ea typeface="Graphik"/>
        <a:cs typeface="Graphik"/>
      </a:minorFont>
    </a:fontScheme>
    <a:fmtScheme name="24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cap="flat">
          <a:noFill/>
          <a:miter lim="400000"/>
        </a:ln>
        <a:effectLst/>
        <a:sp3d/>
      </a:spPr>
      <a:bodyPr rot="0" spcFirstLastPara="1" vertOverflow="overflow" horzOverflow="overflow" vert="horz" wrap="square" lIns="63050" tIns="63050" rIns="63050" bIns="63050" numCol="1" spcCol="38100" rtlCol="0" anchor="ctr">
        <a:spAutoFit/>
      </a:bodyPr>
      <a:lstStyle>
        <a:defPPr marL="0" marR="0" indent="0" algn="ctr" defTabSz="2575865" rtl="0" fontAlgn="auto" latinLnBrk="0" hangingPunct="0">
          <a:lnSpc>
            <a:spcPct val="100000"/>
          </a:lnSpc>
          <a:spcBef>
            <a:spcPts val="0"/>
          </a:spcBef>
          <a:spcAft>
            <a:spcPts val="0"/>
          </a:spcAft>
          <a:buClrTx/>
          <a:buSzTx/>
          <a:buFontTx/>
          <a:buNone/>
          <a:tabLst/>
          <a:defRPr kumimoji="0" sz="9600" b="0" i="0" u="none" strike="noStrike" cap="none" spc="0" normalizeH="0" baseline="0">
            <a:ln>
              <a:noFill/>
            </a:ln>
            <a:solidFill>
              <a:srgbClr val="000000"/>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63500" cap="flat">
          <a:solidFill>
            <a:schemeClr val="accent6">
              <a:hueOff val="61929"/>
              <a:satOff val="10820"/>
              <a:lumOff val="-8848"/>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63050" tIns="63050" rIns="63050" bIns="63050" numCol="1" spcCol="38100" rtlCol="0" anchor="ctr">
        <a:spAutoFit/>
      </a:bodyPr>
      <a:lstStyle>
        <a:defPPr marL="0" marR="0" indent="0" algn="ctr" defTabSz="1109603" rtl="0" fontAlgn="auto" latinLnBrk="0" hangingPunct="0">
          <a:lnSpc>
            <a:spcPct val="100000"/>
          </a:lnSpc>
          <a:spcBef>
            <a:spcPts val="0"/>
          </a:spcBef>
          <a:spcAft>
            <a:spcPts val="0"/>
          </a:spcAft>
          <a:buClrTx/>
          <a:buSzTx/>
          <a:buFontTx/>
          <a:buNone/>
          <a:tabLst/>
          <a:defRPr kumimoji="0" sz="6800" b="0" i="0" u="none" strike="noStrike" cap="none" spc="136" normalizeH="0" baseline="0">
            <a:ln>
              <a:noFill/>
            </a:ln>
            <a:solidFill>
              <a:schemeClr val="accent1">
                <a:satOff val="74278"/>
                <a:lumOff val="-33241"/>
              </a:schemeClr>
            </a:solidFill>
            <a:effectLst/>
            <a:uFillTx/>
            <a:latin typeface="Graphik Medium"/>
            <a:ea typeface="Graphik Medium"/>
            <a:cs typeface="Graphik Medium"/>
            <a:sym typeface="Graphik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1740</TotalTime>
  <Words>770</Words>
  <Application>Microsoft Office PowerPoint</Application>
  <PresentationFormat>Personalizzato</PresentationFormat>
  <Paragraphs>37</Paragraphs>
  <Slides>1</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vt:i4>
      </vt:variant>
    </vt:vector>
  </HeadingPairs>
  <TitlesOfParts>
    <vt:vector size="7" baseType="lpstr">
      <vt:lpstr>Arial</vt:lpstr>
      <vt:lpstr>Cambria Math</vt:lpstr>
      <vt:lpstr>Graphik</vt:lpstr>
      <vt:lpstr>Graphik Medium</vt:lpstr>
      <vt:lpstr>Helvetica Neue</vt:lpstr>
      <vt:lpstr>24_Briefing</vt:lpstr>
      <vt:lpstr>Quantum Hyperdimensional Computing  for Pattern Completion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Evolving Hybrid Quantum-Classical GRU Architecture for Multivariate Time Series</dc:title>
  <dc:creator>Doolin Dalton</dc:creator>
  <cp:lastModifiedBy>Francesca De Falco</cp:lastModifiedBy>
  <cp:revision>42</cp:revision>
  <dcterms:modified xsi:type="dcterms:W3CDTF">2025-11-12T20:51:10Z</dcterms:modified>
</cp:coreProperties>
</file>